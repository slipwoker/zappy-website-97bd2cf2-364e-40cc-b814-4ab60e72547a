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6"/>
  </p:notesMasterIdLst>
  <p:sldIdLst>
    <p:sldId id="282" r:id="rId5"/>
  </p:sldIdLst>
  <p:sldSz cx="7497763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66" d="100"/>
          <a:sy n="66" d="100"/>
        </p:scale>
        <p:origin x="1644" y="-1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DBC5A492-44C8-4A17-AA3F-DA73F250F449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347913" y="1143000"/>
            <a:ext cx="2162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LID4096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98B7DA8F-2DFB-45DF-B254-8075095263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777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332" y="1750834"/>
            <a:ext cx="6373099" cy="3724546"/>
          </a:xfrm>
        </p:spPr>
        <p:txBody>
          <a:bodyPr anchor="b"/>
          <a:lstStyle>
            <a:lvl1pPr algn="ctr"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221" y="5619013"/>
            <a:ext cx="5623322" cy="2582912"/>
          </a:xfrm>
        </p:spPr>
        <p:txBody>
          <a:bodyPr/>
          <a:lstStyle>
            <a:lvl1pPr marL="0" indent="0" algn="ctr">
              <a:buNone/>
              <a:defRPr sz="1968"/>
            </a:lvl1pPr>
            <a:lvl2pPr marL="374904" indent="0" algn="ctr">
              <a:buNone/>
              <a:defRPr sz="1640"/>
            </a:lvl2pPr>
            <a:lvl3pPr marL="749808" indent="0" algn="ctr">
              <a:buNone/>
              <a:defRPr sz="1476"/>
            </a:lvl3pPr>
            <a:lvl4pPr marL="1124712" indent="0" algn="ctr">
              <a:buNone/>
              <a:defRPr sz="1312"/>
            </a:lvl4pPr>
            <a:lvl5pPr marL="1499616" indent="0" algn="ctr">
              <a:buNone/>
              <a:defRPr sz="1312"/>
            </a:lvl5pPr>
            <a:lvl6pPr marL="1874520" indent="0" algn="ctr">
              <a:buNone/>
              <a:defRPr sz="1312"/>
            </a:lvl6pPr>
            <a:lvl7pPr marL="2249424" indent="0" algn="ctr">
              <a:buNone/>
              <a:defRPr sz="1312"/>
            </a:lvl7pPr>
            <a:lvl8pPr marL="2624328" indent="0" algn="ctr">
              <a:buNone/>
              <a:defRPr sz="1312"/>
            </a:lvl8pPr>
            <a:lvl9pPr marL="2999232" indent="0" algn="ctr">
              <a:buNone/>
              <a:defRPr sz="1312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416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261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66" y="2667115"/>
            <a:ext cx="6466821" cy="4450138"/>
          </a:xfrm>
        </p:spPr>
        <p:txBody>
          <a:bodyPr anchor="b"/>
          <a:lstStyle>
            <a:lvl1pPr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566" y="7159353"/>
            <a:ext cx="6466821" cy="2340222"/>
          </a:xfrm>
        </p:spPr>
        <p:txBody>
          <a:bodyPr/>
          <a:lstStyle>
            <a:lvl1pPr marL="0" indent="0">
              <a:buNone/>
              <a:defRPr sz="1968">
                <a:solidFill>
                  <a:schemeClr val="tx1"/>
                </a:solidFill>
              </a:defRPr>
            </a:lvl1pPr>
            <a:lvl2pPr marL="374904" indent="0">
              <a:buNone/>
              <a:defRPr sz="1640">
                <a:solidFill>
                  <a:schemeClr val="tx1">
                    <a:tint val="75000"/>
                  </a:schemeClr>
                </a:solidFill>
              </a:defRPr>
            </a:lvl2pPr>
            <a:lvl3pPr marL="749808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3pPr>
            <a:lvl4pPr marL="112471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4pPr>
            <a:lvl5pPr marL="1499616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5pPr>
            <a:lvl6pPr marL="1874520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6pPr>
            <a:lvl7pPr marL="2249424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7pPr>
            <a:lvl8pPr marL="2624328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8pPr>
            <a:lvl9pPr marL="299923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371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5471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5743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387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569580"/>
            <a:ext cx="6466821" cy="206781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48" y="2622536"/>
            <a:ext cx="3171905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48" y="3907801"/>
            <a:ext cx="3171905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95743" y="2622536"/>
            <a:ext cx="3187526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95743" y="3907801"/>
            <a:ext cx="3187526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981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8520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94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526" y="1540340"/>
            <a:ext cx="3795743" cy="7602630"/>
          </a:xfrm>
        </p:spPr>
        <p:txBody>
          <a:bodyPr/>
          <a:lstStyle>
            <a:lvl1pPr>
              <a:defRPr sz="2624"/>
            </a:lvl1pPr>
            <a:lvl2pPr>
              <a:defRPr sz="2296"/>
            </a:lvl2pPr>
            <a:lvl3pPr>
              <a:defRPr sz="1968"/>
            </a:lvl3pPr>
            <a:lvl4pPr>
              <a:defRPr sz="1640"/>
            </a:lvl4pPr>
            <a:lvl5pPr>
              <a:defRPr sz="1640"/>
            </a:lvl5pPr>
            <a:lvl6pPr>
              <a:defRPr sz="1640"/>
            </a:lvl6pPr>
            <a:lvl7pPr>
              <a:defRPr sz="1640"/>
            </a:lvl7pPr>
            <a:lvl8pPr>
              <a:defRPr sz="1640"/>
            </a:lvl8pPr>
            <a:lvl9pPr>
              <a:defRPr sz="164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710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87526" y="1540340"/>
            <a:ext cx="3795743" cy="7602630"/>
          </a:xfrm>
        </p:spPr>
        <p:txBody>
          <a:bodyPr anchor="t"/>
          <a:lstStyle>
            <a:lvl1pPr marL="0" indent="0">
              <a:buNone/>
              <a:defRPr sz="2624"/>
            </a:lvl1pPr>
            <a:lvl2pPr marL="374904" indent="0">
              <a:buNone/>
              <a:defRPr sz="2296"/>
            </a:lvl2pPr>
            <a:lvl3pPr marL="749808" indent="0">
              <a:buNone/>
              <a:defRPr sz="1968"/>
            </a:lvl3pPr>
            <a:lvl4pPr marL="1124712" indent="0">
              <a:buNone/>
              <a:defRPr sz="1640"/>
            </a:lvl4pPr>
            <a:lvl5pPr marL="1499616" indent="0">
              <a:buNone/>
              <a:defRPr sz="1640"/>
            </a:lvl5pPr>
            <a:lvl6pPr marL="1874520" indent="0">
              <a:buNone/>
              <a:defRPr sz="1640"/>
            </a:lvl6pPr>
            <a:lvl7pPr marL="2249424" indent="0">
              <a:buNone/>
              <a:defRPr sz="1640"/>
            </a:lvl7pPr>
            <a:lvl8pPr marL="2624328" indent="0">
              <a:buNone/>
              <a:defRPr sz="1640"/>
            </a:lvl8pPr>
            <a:lvl9pPr marL="2999232" indent="0">
              <a:buNone/>
              <a:defRPr sz="164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716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127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65587" y="569578"/>
            <a:ext cx="1616705" cy="906619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5472" y="569578"/>
            <a:ext cx="4756393" cy="906619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3206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332" y="1750834"/>
            <a:ext cx="6373099" cy="3724546"/>
          </a:xfrm>
        </p:spPr>
        <p:txBody>
          <a:bodyPr anchor="b"/>
          <a:lstStyle>
            <a:lvl1pPr algn="ctr"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221" y="5619013"/>
            <a:ext cx="5623322" cy="2582912"/>
          </a:xfrm>
        </p:spPr>
        <p:txBody>
          <a:bodyPr/>
          <a:lstStyle>
            <a:lvl1pPr marL="0" indent="0" algn="ctr">
              <a:buNone/>
              <a:defRPr sz="1968"/>
            </a:lvl1pPr>
            <a:lvl2pPr marL="374904" indent="0" algn="ctr">
              <a:buNone/>
              <a:defRPr sz="1640"/>
            </a:lvl2pPr>
            <a:lvl3pPr marL="749808" indent="0" algn="ctr">
              <a:buNone/>
              <a:defRPr sz="1476"/>
            </a:lvl3pPr>
            <a:lvl4pPr marL="1124712" indent="0" algn="ctr">
              <a:buNone/>
              <a:defRPr sz="1312"/>
            </a:lvl4pPr>
            <a:lvl5pPr marL="1499616" indent="0" algn="ctr">
              <a:buNone/>
              <a:defRPr sz="1312"/>
            </a:lvl5pPr>
            <a:lvl6pPr marL="1874520" indent="0" algn="ctr">
              <a:buNone/>
              <a:defRPr sz="1312"/>
            </a:lvl6pPr>
            <a:lvl7pPr marL="2249424" indent="0" algn="ctr">
              <a:buNone/>
              <a:defRPr sz="1312"/>
            </a:lvl7pPr>
            <a:lvl8pPr marL="2624328" indent="0" algn="ctr">
              <a:buNone/>
              <a:defRPr sz="1312"/>
            </a:lvl8pPr>
            <a:lvl9pPr marL="2999232" indent="0" algn="ctr">
              <a:buNone/>
              <a:defRPr sz="1312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4168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2615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66" y="2667115"/>
            <a:ext cx="6466821" cy="4450138"/>
          </a:xfrm>
        </p:spPr>
        <p:txBody>
          <a:bodyPr anchor="b"/>
          <a:lstStyle>
            <a:lvl1pPr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566" y="7159353"/>
            <a:ext cx="6466821" cy="2340222"/>
          </a:xfrm>
        </p:spPr>
        <p:txBody>
          <a:bodyPr/>
          <a:lstStyle>
            <a:lvl1pPr marL="0" indent="0">
              <a:buNone/>
              <a:defRPr sz="1968">
                <a:solidFill>
                  <a:schemeClr val="tx1"/>
                </a:solidFill>
              </a:defRPr>
            </a:lvl1pPr>
            <a:lvl2pPr marL="374904" indent="0">
              <a:buNone/>
              <a:defRPr sz="1640">
                <a:solidFill>
                  <a:schemeClr val="tx1">
                    <a:tint val="75000"/>
                  </a:schemeClr>
                </a:solidFill>
              </a:defRPr>
            </a:lvl2pPr>
            <a:lvl3pPr marL="749808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3pPr>
            <a:lvl4pPr marL="112471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4pPr>
            <a:lvl5pPr marL="1499616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5pPr>
            <a:lvl6pPr marL="1874520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6pPr>
            <a:lvl7pPr marL="2249424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7pPr>
            <a:lvl8pPr marL="2624328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8pPr>
            <a:lvl9pPr marL="299923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3716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5471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5743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3879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569580"/>
            <a:ext cx="6466821" cy="206781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48" y="2622536"/>
            <a:ext cx="3171905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48" y="3907801"/>
            <a:ext cx="3171905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95743" y="2622536"/>
            <a:ext cx="3187526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95743" y="3907801"/>
            <a:ext cx="3187526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9816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8520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943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526" y="1540340"/>
            <a:ext cx="3795743" cy="7602630"/>
          </a:xfrm>
        </p:spPr>
        <p:txBody>
          <a:bodyPr/>
          <a:lstStyle>
            <a:lvl1pPr>
              <a:defRPr sz="2624"/>
            </a:lvl1pPr>
            <a:lvl2pPr>
              <a:defRPr sz="2296"/>
            </a:lvl2pPr>
            <a:lvl3pPr>
              <a:defRPr sz="1968"/>
            </a:lvl3pPr>
            <a:lvl4pPr>
              <a:defRPr sz="1640"/>
            </a:lvl4pPr>
            <a:lvl5pPr>
              <a:defRPr sz="1640"/>
            </a:lvl5pPr>
            <a:lvl6pPr>
              <a:defRPr sz="1640"/>
            </a:lvl6pPr>
            <a:lvl7pPr>
              <a:defRPr sz="1640"/>
            </a:lvl7pPr>
            <a:lvl8pPr>
              <a:defRPr sz="1640"/>
            </a:lvl8pPr>
            <a:lvl9pPr>
              <a:defRPr sz="164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7108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87526" y="1540340"/>
            <a:ext cx="3795743" cy="7602630"/>
          </a:xfrm>
        </p:spPr>
        <p:txBody>
          <a:bodyPr anchor="t"/>
          <a:lstStyle>
            <a:lvl1pPr marL="0" indent="0">
              <a:buNone/>
              <a:defRPr sz="2624"/>
            </a:lvl1pPr>
            <a:lvl2pPr marL="374904" indent="0">
              <a:buNone/>
              <a:defRPr sz="2296"/>
            </a:lvl2pPr>
            <a:lvl3pPr marL="749808" indent="0">
              <a:buNone/>
              <a:defRPr sz="1968"/>
            </a:lvl3pPr>
            <a:lvl4pPr marL="1124712" indent="0">
              <a:buNone/>
              <a:defRPr sz="1640"/>
            </a:lvl4pPr>
            <a:lvl5pPr marL="1499616" indent="0">
              <a:buNone/>
              <a:defRPr sz="1640"/>
            </a:lvl5pPr>
            <a:lvl6pPr marL="1874520" indent="0">
              <a:buNone/>
              <a:defRPr sz="1640"/>
            </a:lvl6pPr>
            <a:lvl7pPr marL="2249424" indent="0">
              <a:buNone/>
              <a:defRPr sz="1640"/>
            </a:lvl7pPr>
            <a:lvl8pPr marL="2624328" indent="0">
              <a:buNone/>
              <a:defRPr sz="1640"/>
            </a:lvl8pPr>
            <a:lvl9pPr marL="2999232" indent="0">
              <a:buNone/>
              <a:defRPr sz="164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716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1277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65587" y="569578"/>
            <a:ext cx="1616705" cy="906619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5472" y="569578"/>
            <a:ext cx="4756393" cy="906619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3206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332" y="1750834"/>
            <a:ext cx="6373099" cy="3724546"/>
          </a:xfrm>
        </p:spPr>
        <p:txBody>
          <a:bodyPr anchor="b"/>
          <a:lstStyle>
            <a:lvl1pPr algn="ctr"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221" y="5619013"/>
            <a:ext cx="5623322" cy="2582912"/>
          </a:xfrm>
        </p:spPr>
        <p:txBody>
          <a:bodyPr/>
          <a:lstStyle>
            <a:lvl1pPr marL="0" indent="0" algn="ctr">
              <a:buNone/>
              <a:defRPr sz="1968"/>
            </a:lvl1pPr>
            <a:lvl2pPr marL="374904" indent="0" algn="ctr">
              <a:buNone/>
              <a:defRPr sz="1640"/>
            </a:lvl2pPr>
            <a:lvl3pPr marL="749808" indent="0" algn="ctr">
              <a:buNone/>
              <a:defRPr sz="1476"/>
            </a:lvl3pPr>
            <a:lvl4pPr marL="1124712" indent="0" algn="ctr">
              <a:buNone/>
              <a:defRPr sz="1312"/>
            </a:lvl4pPr>
            <a:lvl5pPr marL="1499616" indent="0" algn="ctr">
              <a:buNone/>
              <a:defRPr sz="1312"/>
            </a:lvl5pPr>
            <a:lvl6pPr marL="1874520" indent="0" algn="ctr">
              <a:buNone/>
              <a:defRPr sz="1312"/>
            </a:lvl6pPr>
            <a:lvl7pPr marL="2249424" indent="0" algn="ctr">
              <a:buNone/>
              <a:defRPr sz="1312"/>
            </a:lvl7pPr>
            <a:lvl8pPr marL="2624328" indent="0" algn="ctr">
              <a:buNone/>
              <a:defRPr sz="1312"/>
            </a:lvl8pPr>
            <a:lvl9pPr marL="2999232" indent="0" algn="ctr">
              <a:buNone/>
              <a:defRPr sz="1312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4168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2615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66" y="2667115"/>
            <a:ext cx="6466821" cy="4450138"/>
          </a:xfrm>
        </p:spPr>
        <p:txBody>
          <a:bodyPr anchor="b"/>
          <a:lstStyle>
            <a:lvl1pPr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566" y="7159353"/>
            <a:ext cx="6466821" cy="2340222"/>
          </a:xfrm>
        </p:spPr>
        <p:txBody>
          <a:bodyPr/>
          <a:lstStyle>
            <a:lvl1pPr marL="0" indent="0">
              <a:buNone/>
              <a:defRPr sz="1968">
                <a:solidFill>
                  <a:schemeClr val="tx1"/>
                </a:solidFill>
              </a:defRPr>
            </a:lvl1pPr>
            <a:lvl2pPr marL="374904" indent="0">
              <a:buNone/>
              <a:defRPr sz="1640">
                <a:solidFill>
                  <a:schemeClr val="tx1">
                    <a:tint val="75000"/>
                  </a:schemeClr>
                </a:solidFill>
              </a:defRPr>
            </a:lvl2pPr>
            <a:lvl3pPr marL="749808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3pPr>
            <a:lvl4pPr marL="112471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4pPr>
            <a:lvl5pPr marL="1499616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5pPr>
            <a:lvl6pPr marL="1874520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6pPr>
            <a:lvl7pPr marL="2249424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7pPr>
            <a:lvl8pPr marL="2624328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8pPr>
            <a:lvl9pPr marL="299923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3716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5471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5743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3879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569580"/>
            <a:ext cx="6466821" cy="206781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48" y="2622536"/>
            <a:ext cx="3171905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48" y="3907801"/>
            <a:ext cx="3171905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95743" y="2622536"/>
            <a:ext cx="3187526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95743" y="3907801"/>
            <a:ext cx="3187526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9816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8520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9435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526" y="1540340"/>
            <a:ext cx="3795743" cy="7602630"/>
          </a:xfrm>
        </p:spPr>
        <p:txBody>
          <a:bodyPr/>
          <a:lstStyle>
            <a:lvl1pPr>
              <a:defRPr sz="2624"/>
            </a:lvl1pPr>
            <a:lvl2pPr>
              <a:defRPr sz="2296"/>
            </a:lvl2pPr>
            <a:lvl3pPr>
              <a:defRPr sz="1968"/>
            </a:lvl3pPr>
            <a:lvl4pPr>
              <a:defRPr sz="1640"/>
            </a:lvl4pPr>
            <a:lvl5pPr>
              <a:defRPr sz="1640"/>
            </a:lvl5pPr>
            <a:lvl6pPr>
              <a:defRPr sz="1640"/>
            </a:lvl6pPr>
            <a:lvl7pPr>
              <a:defRPr sz="1640"/>
            </a:lvl7pPr>
            <a:lvl8pPr>
              <a:defRPr sz="1640"/>
            </a:lvl8pPr>
            <a:lvl9pPr>
              <a:defRPr sz="164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71080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87526" y="1540340"/>
            <a:ext cx="3795743" cy="7602630"/>
          </a:xfrm>
        </p:spPr>
        <p:txBody>
          <a:bodyPr anchor="t"/>
          <a:lstStyle>
            <a:lvl1pPr marL="0" indent="0">
              <a:buNone/>
              <a:defRPr sz="2624"/>
            </a:lvl1pPr>
            <a:lvl2pPr marL="374904" indent="0">
              <a:buNone/>
              <a:defRPr sz="2296"/>
            </a:lvl2pPr>
            <a:lvl3pPr marL="749808" indent="0">
              <a:buNone/>
              <a:defRPr sz="1968"/>
            </a:lvl3pPr>
            <a:lvl4pPr marL="1124712" indent="0">
              <a:buNone/>
              <a:defRPr sz="1640"/>
            </a:lvl4pPr>
            <a:lvl5pPr marL="1499616" indent="0">
              <a:buNone/>
              <a:defRPr sz="1640"/>
            </a:lvl5pPr>
            <a:lvl6pPr marL="1874520" indent="0">
              <a:buNone/>
              <a:defRPr sz="1640"/>
            </a:lvl6pPr>
            <a:lvl7pPr marL="2249424" indent="0">
              <a:buNone/>
              <a:defRPr sz="1640"/>
            </a:lvl7pPr>
            <a:lvl8pPr marL="2624328" indent="0">
              <a:buNone/>
              <a:defRPr sz="1640"/>
            </a:lvl8pPr>
            <a:lvl9pPr marL="2999232" indent="0">
              <a:buNone/>
              <a:defRPr sz="164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71655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1277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65587" y="569578"/>
            <a:ext cx="1616705" cy="906619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5472" y="569578"/>
            <a:ext cx="4756393" cy="906619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32067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332" y="1750834"/>
            <a:ext cx="6373099" cy="3724546"/>
          </a:xfrm>
        </p:spPr>
        <p:txBody>
          <a:bodyPr anchor="b"/>
          <a:lstStyle>
            <a:lvl1pPr algn="ctr"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7221" y="5619013"/>
            <a:ext cx="5623322" cy="2582912"/>
          </a:xfrm>
        </p:spPr>
        <p:txBody>
          <a:bodyPr/>
          <a:lstStyle>
            <a:lvl1pPr marL="0" indent="0" algn="ctr">
              <a:buNone/>
              <a:defRPr sz="1968"/>
            </a:lvl1pPr>
            <a:lvl2pPr marL="374904" indent="0" algn="ctr">
              <a:buNone/>
              <a:defRPr sz="1640"/>
            </a:lvl2pPr>
            <a:lvl3pPr marL="749808" indent="0" algn="ctr">
              <a:buNone/>
              <a:defRPr sz="1476"/>
            </a:lvl3pPr>
            <a:lvl4pPr marL="1124712" indent="0" algn="ctr">
              <a:buNone/>
              <a:defRPr sz="1312"/>
            </a:lvl4pPr>
            <a:lvl5pPr marL="1499616" indent="0" algn="ctr">
              <a:buNone/>
              <a:defRPr sz="1312"/>
            </a:lvl5pPr>
            <a:lvl6pPr marL="1874520" indent="0" algn="ctr">
              <a:buNone/>
              <a:defRPr sz="1312"/>
            </a:lvl6pPr>
            <a:lvl7pPr marL="2249424" indent="0" algn="ctr">
              <a:buNone/>
              <a:defRPr sz="1312"/>
            </a:lvl7pPr>
            <a:lvl8pPr marL="2624328" indent="0" algn="ctr">
              <a:buNone/>
              <a:defRPr sz="1312"/>
            </a:lvl8pPr>
            <a:lvl9pPr marL="2999232" indent="0" algn="ctr">
              <a:buNone/>
              <a:defRPr sz="1312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41685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26156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566" y="2667115"/>
            <a:ext cx="6466821" cy="4450138"/>
          </a:xfrm>
        </p:spPr>
        <p:txBody>
          <a:bodyPr anchor="b"/>
          <a:lstStyle>
            <a:lvl1pPr>
              <a:defRPr sz="492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566" y="7159353"/>
            <a:ext cx="6466821" cy="2340222"/>
          </a:xfrm>
        </p:spPr>
        <p:txBody>
          <a:bodyPr/>
          <a:lstStyle>
            <a:lvl1pPr marL="0" indent="0">
              <a:buNone/>
              <a:defRPr sz="1968">
                <a:solidFill>
                  <a:schemeClr val="tx1"/>
                </a:solidFill>
              </a:defRPr>
            </a:lvl1pPr>
            <a:lvl2pPr marL="374904" indent="0">
              <a:buNone/>
              <a:defRPr sz="1640">
                <a:solidFill>
                  <a:schemeClr val="tx1">
                    <a:tint val="75000"/>
                  </a:schemeClr>
                </a:solidFill>
              </a:defRPr>
            </a:lvl2pPr>
            <a:lvl3pPr marL="749808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3pPr>
            <a:lvl4pPr marL="112471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4pPr>
            <a:lvl5pPr marL="1499616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5pPr>
            <a:lvl6pPr marL="1874520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6pPr>
            <a:lvl7pPr marL="2249424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7pPr>
            <a:lvl8pPr marL="2624328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8pPr>
            <a:lvl9pPr marL="2999232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3716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5471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5743" y="2847891"/>
            <a:ext cx="3186549" cy="678788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38792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569580"/>
            <a:ext cx="6466821" cy="206781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48" y="2622536"/>
            <a:ext cx="3171905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48" y="3907801"/>
            <a:ext cx="3171905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95743" y="2622536"/>
            <a:ext cx="3187526" cy="1285265"/>
          </a:xfrm>
        </p:spPr>
        <p:txBody>
          <a:bodyPr anchor="b"/>
          <a:lstStyle>
            <a:lvl1pPr marL="0" indent="0">
              <a:buNone/>
              <a:defRPr sz="1968" b="1"/>
            </a:lvl1pPr>
            <a:lvl2pPr marL="374904" indent="0">
              <a:buNone/>
              <a:defRPr sz="1640" b="1"/>
            </a:lvl2pPr>
            <a:lvl3pPr marL="749808" indent="0">
              <a:buNone/>
              <a:defRPr sz="1476" b="1"/>
            </a:lvl3pPr>
            <a:lvl4pPr marL="1124712" indent="0">
              <a:buNone/>
              <a:defRPr sz="1312" b="1"/>
            </a:lvl4pPr>
            <a:lvl5pPr marL="1499616" indent="0">
              <a:buNone/>
              <a:defRPr sz="1312" b="1"/>
            </a:lvl5pPr>
            <a:lvl6pPr marL="1874520" indent="0">
              <a:buNone/>
              <a:defRPr sz="1312" b="1"/>
            </a:lvl6pPr>
            <a:lvl7pPr marL="2249424" indent="0">
              <a:buNone/>
              <a:defRPr sz="1312" b="1"/>
            </a:lvl7pPr>
            <a:lvl8pPr marL="2624328" indent="0">
              <a:buNone/>
              <a:defRPr sz="1312" b="1"/>
            </a:lvl8pPr>
            <a:lvl9pPr marL="2999232" indent="0">
              <a:buNone/>
              <a:defRPr sz="1312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95743" y="3907801"/>
            <a:ext cx="3187526" cy="574778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98167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85201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9435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526" y="1540340"/>
            <a:ext cx="3795743" cy="7602630"/>
          </a:xfrm>
        </p:spPr>
        <p:txBody>
          <a:bodyPr/>
          <a:lstStyle>
            <a:lvl1pPr>
              <a:defRPr sz="2624"/>
            </a:lvl1pPr>
            <a:lvl2pPr>
              <a:defRPr sz="2296"/>
            </a:lvl2pPr>
            <a:lvl3pPr>
              <a:defRPr sz="1968"/>
            </a:lvl3pPr>
            <a:lvl4pPr>
              <a:defRPr sz="1640"/>
            </a:lvl4pPr>
            <a:lvl5pPr>
              <a:defRPr sz="1640"/>
            </a:lvl5pPr>
            <a:lvl6pPr>
              <a:defRPr sz="1640"/>
            </a:lvl6pPr>
            <a:lvl7pPr>
              <a:defRPr sz="1640"/>
            </a:lvl7pPr>
            <a:lvl8pPr>
              <a:defRPr sz="1640"/>
            </a:lvl8pPr>
            <a:lvl9pPr>
              <a:defRPr sz="164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7108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448" y="713211"/>
            <a:ext cx="2418224" cy="2496238"/>
          </a:xfrm>
        </p:spPr>
        <p:txBody>
          <a:bodyPr anchor="b"/>
          <a:lstStyle>
            <a:lvl1pPr>
              <a:defRPr sz="2624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87526" y="1540340"/>
            <a:ext cx="3795743" cy="7602630"/>
          </a:xfrm>
        </p:spPr>
        <p:txBody>
          <a:bodyPr anchor="t"/>
          <a:lstStyle>
            <a:lvl1pPr marL="0" indent="0">
              <a:buNone/>
              <a:defRPr sz="2624"/>
            </a:lvl1pPr>
            <a:lvl2pPr marL="374904" indent="0">
              <a:buNone/>
              <a:defRPr sz="2296"/>
            </a:lvl2pPr>
            <a:lvl3pPr marL="749808" indent="0">
              <a:buNone/>
              <a:defRPr sz="1968"/>
            </a:lvl3pPr>
            <a:lvl4pPr marL="1124712" indent="0">
              <a:buNone/>
              <a:defRPr sz="1640"/>
            </a:lvl4pPr>
            <a:lvl5pPr marL="1499616" indent="0">
              <a:buNone/>
              <a:defRPr sz="1640"/>
            </a:lvl5pPr>
            <a:lvl6pPr marL="1874520" indent="0">
              <a:buNone/>
              <a:defRPr sz="1640"/>
            </a:lvl6pPr>
            <a:lvl7pPr marL="2249424" indent="0">
              <a:buNone/>
              <a:defRPr sz="1640"/>
            </a:lvl7pPr>
            <a:lvl8pPr marL="2624328" indent="0">
              <a:buNone/>
              <a:defRPr sz="1640"/>
            </a:lvl8pPr>
            <a:lvl9pPr marL="2999232" indent="0">
              <a:buNone/>
              <a:defRPr sz="164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6448" y="3209449"/>
            <a:ext cx="2418224" cy="5945901"/>
          </a:xfrm>
        </p:spPr>
        <p:txBody>
          <a:bodyPr/>
          <a:lstStyle>
            <a:lvl1pPr marL="0" indent="0">
              <a:buNone/>
              <a:defRPr sz="1312"/>
            </a:lvl1pPr>
            <a:lvl2pPr marL="374904" indent="0">
              <a:buNone/>
              <a:defRPr sz="1148"/>
            </a:lvl2pPr>
            <a:lvl3pPr marL="749808" indent="0">
              <a:buNone/>
              <a:defRPr sz="984"/>
            </a:lvl3pPr>
            <a:lvl4pPr marL="1124712" indent="0">
              <a:buNone/>
              <a:defRPr sz="820"/>
            </a:lvl4pPr>
            <a:lvl5pPr marL="1499616" indent="0">
              <a:buNone/>
              <a:defRPr sz="820"/>
            </a:lvl5pPr>
            <a:lvl6pPr marL="1874520" indent="0">
              <a:buNone/>
              <a:defRPr sz="820"/>
            </a:lvl6pPr>
            <a:lvl7pPr marL="2249424" indent="0">
              <a:buNone/>
              <a:defRPr sz="820"/>
            </a:lvl7pPr>
            <a:lvl8pPr marL="2624328" indent="0">
              <a:buNone/>
              <a:defRPr sz="820"/>
            </a:lvl8pPr>
            <a:lvl9pPr marL="2999232" indent="0">
              <a:buNone/>
              <a:defRPr sz="82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71655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12776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65587" y="569578"/>
            <a:ext cx="1616705" cy="906619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5472" y="569578"/>
            <a:ext cx="4756393" cy="906619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320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471" y="569580"/>
            <a:ext cx="6466821" cy="2067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71" y="2847891"/>
            <a:ext cx="6466821" cy="67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5471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3634" y="9915615"/>
            <a:ext cx="2530495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95295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82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49808" rtl="0" eaLnBrk="1" latinLnBrk="0" hangingPunct="1">
        <a:lnSpc>
          <a:spcPct val="90000"/>
        </a:lnSpc>
        <a:spcBef>
          <a:spcPct val="0"/>
        </a:spcBef>
        <a:buNone/>
        <a:defRPr sz="36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7452" indent="-187452" algn="l" defTabSz="749808" rtl="0" eaLnBrk="1" latinLnBrk="0" hangingPunct="1">
        <a:lnSpc>
          <a:spcPct val="90000"/>
        </a:lnSpc>
        <a:spcBef>
          <a:spcPts val="820"/>
        </a:spcBef>
        <a:buFont typeface="Arial" panose="020B0604020202020204" pitchFamily="34" charset="0"/>
        <a:buChar char="•"/>
        <a:defRPr sz="2296" kern="1200">
          <a:solidFill>
            <a:schemeClr val="tx1"/>
          </a:solidFill>
          <a:latin typeface="+mn-lt"/>
          <a:ea typeface="+mn-ea"/>
          <a:cs typeface="+mn-cs"/>
        </a:defRPr>
      </a:lvl1pPr>
      <a:lvl2pPr marL="56235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2pPr>
      <a:lvl3pPr marL="93726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640" kern="1200">
          <a:solidFill>
            <a:schemeClr val="tx1"/>
          </a:solidFill>
          <a:latin typeface="+mn-lt"/>
          <a:ea typeface="+mn-ea"/>
          <a:cs typeface="+mn-cs"/>
        </a:defRPr>
      </a:lvl3pPr>
      <a:lvl4pPr marL="131216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687068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2061972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43687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81178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318668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1pPr>
      <a:lvl2pPr marL="37490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2pPr>
      <a:lvl3pPr marL="74980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2471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499616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24942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62432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299923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471" y="569580"/>
            <a:ext cx="6466821" cy="2067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71" y="2847891"/>
            <a:ext cx="6466821" cy="67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5471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3634" y="9915615"/>
            <a:ext cx="2530495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95295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82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9808" rtl="0" eaLnBrk="1" latinLnBrk="0" hangingPunct="1">
        <a:lnSpc>
          <a:spcPct val="90000"/>
        </a:lnSpc>
        <a:spcBef>
          <a:spcPct val="0"/>
        </a:spcBef>
        <a:buNone/>
        <a:defRPr sz="3608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187452" indent="-187452" algn="l" defTabSz="749808" rtl="0" eaLnBrk="1" latinLnBrk="0" hangingPunct="1">
        <a:lnSpc>
          <a:spcPct val="90000"/>
        </a:lnSpc>
        <a:spcBef>
          <a:spcPts val="820"/>
        </a:spcBef>
        <a:buFont typeface="Arial" panose="020B0604020202020204" pitchFamily="34" charset="0"/>
        <a:buChar char="•"/>
        <a:defRPr sz="2296" kern="1200">
          <a:solidFill>
            <a:srgbClr val="2B3A67"/>
          </a:solidFill>
          <a:latin typeface="+mn-lt"/>
          <a:ea typeface="+mn-ea"/>
          <a:cs typeface="+mn-cs"/>
        </a:defRPr>
      </a:lvl1pPr>
      <a:lvl2pPr marL="56235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2pPr>
      <a:lvl3pPr marL="93726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640" kern="1200">
          <a:solidFill>
            <a:schemeClr val="tx1"/>
          </a:solidFill>
          <a:latin typeface="+mn-lt"/>
          <a:ea typeface="+mn-ea"/>
          <a:cs typeface="+mn-cs"/>
        </a:defRPr>
      </a:lvl3pPr>
      <a:lvl4pPr marL="131216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687068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2061972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43687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81178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318668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1pPr>
      <a:lvl2pPr marL="37490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2pPr>
      <a:lvl3pPr marL="74980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2471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499616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24942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62432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299923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471" y="569580"/>
            <a:ext cx="6466821" cy="2067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71" y="2847891"/>
            <a:ext cx="6466821" cy="67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5471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3634" y="9915615"/>
            <a:ext cx="2530495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95295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82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49808" rtl="0" eaLnBrk="1" latinLnBrk="0" hangingPunct="1">
        <a:lnSpc>
          <a:spcPct val="90000"/>
        </a:lnSpc>
        <a:spcBef>
          <a:spcPct val="0"/>
        </a:spcBef>
        <a:buNone/>
        <a:defRPr sz="3608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187452" indent="-187452" algn="l" defTabSz="749808" rtl="0" eaLnBrk="1" latinLnBrk="0" hangingPunct="1">
        <a:lnSpc>
          <a:spcPct val="90000"/>
        </a:lnSpc>
        <a:spcBef>
          <a:spcPts val="820"/>
        </a:spcBef>
        <a:buFont typeface="Arial" panose="020B0604020202020204" pitchFamily="34" charset="0"/>
        <a:buChar char="•"/>
        <a:defRPr sz="2296" kern="1200">
          <a:solidFill>
            <a:srgbClr val="2B3A67"/>
          </a:solidFill>
          <a:latin typeface="+mn-lt"/>
          <a:ea typeface="+mn-ea"/>
          <a:cs typeface="+mn-cs"/>
        </a:defRPr>
      </a:lvl1pPr>
      <a:lvl2pPr marL="56235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2pPr>
      <a:lvl3pPr marL="93726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640" kern="1200">
          <a:solidFill>
            <a:schemeClr val="tx1"/>
          </a:solidFill>
          <a:latin typeface="+mn-lt"/>
          <a:ea typeface="+mn-ea"/>
          <a:cs typeface="+mn-cs"/>
        </a:defRPr>
      </a:lvl3pPr>
      <a:lvl4pPr marL="131216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687068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2061972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43687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81178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318668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1pPr>
      <a:lvl2pPr marL="37490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2pPr>
      <a:lvl3pPr marL="74980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2471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499616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24942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62432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299923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471" y="569580"/>
            <a:ext cx="6466821" cy="2067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471" y="2847891"/>
            <a:ext cx="6466821" cy="678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5471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4D8E1-0B15-478F-88CF-675C74BFE274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3634" y="9915615"/>
            <a:ext cx="2530495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95295" y="9915615"/>
            <a:ext cx="1686997" cy="569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A97C5-6462-4319-B46A-C0080BB6ED4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82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49808" rtl="0" eaLnBrk="1" latinLnBrk="0" hangingPunct="1">
        <a:lnSpc>
          <a:spcPct val="90000"/>
        </a:lnSpc>
        <a:spcBef>
          <a:spcPct val="0"/>
        </a:spcBef>
        <a:buNone/>
        <a:defRPr sz="3608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187452" indent="-187452" algn="l" defTabSz="749808" rtl="0" eaLnBrk="1" latinLnBrk="0" hangingPunct="1">
        <a:lnSpc>
          <a:spcPct val="90000"/>
        </a:lnSpc>
        <a:spcBef>
          <a:spcPts val="820"/>
        </a:spcBef>
        <a:buFont typeface="Arial" panose="020B0604020202020204" pitchFamily="34" charset="0"/>
        <a:buChar char="•"/>
        <a:defRPr sz="2296" kern="1200">
          <a:solidFill>
            <a:srgbClr val="2B3A67"/>
          </a:solidFill>
          <a:latin typeface="+mn-lt"/>
          <a:ea typeface="+mn-ea"/>
          <a:cs typeface="+mn-cs"/>
        </a:defRPr>
      </a:lvl1pPr>
      <a:lvl2pPr marL="56235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2pPr>
      <a:lvl3pPr marL="93726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640" kern="1200">
          <a:solidFill>
            <a:schemeClr val="tx1"/>
          </a:solidFill>
          <a:latin typeface="+mn-lt"/>
          <a:ea typeface="+mn-ea"/>
          <a:cs typeface="+mn-cs"/>
        </a:defRPr>
      </a:lvl3pPr>
      <a:lvl4pPr marL="131216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687068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2061972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436876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811780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3186684" indent="-187452" algn="l" defTabSz="749808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1pPr>
      <a:lvl2pPr marL="37490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2pPr>
      <a:lvl3pPr marL="74980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2471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4pPr>
      <a:lvl5pPr marL="1499616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5pPr>
      <a:lvl6pPr marL="1874520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6pPr>
      <a:lvl7pPr marL="2249424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7pPr>
      <a:lvl8pPr marL="2624328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8pPr>
      <a:lvl9pPr marL="2999232" algn="l" defTabSz="749808" rtl="0" eaLnBrk="1" latinLnBrk="0" hangingPunct="1">
        <a:defRPr sz="14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7497763" cy="20574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0AA2E81B-257C-41D0-A210-85C6D61421B0}"/>
              </a:ext>
            </a:extLst>
          </p:cNvPr>
          <p:cNvSpPr/>
          <p:nvPr/>
        </p:nvSpPr>
        <p:spPr>
          <a:xfrm>
            <a:off x="63499" y="8989127"/>
            <a:ext cx="7370763" cy="1676400"/>
          </a:xfrm>
          <a:prstGeom prst="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4" name="Desc"/>
          <p:cNvSpPr/>
          <p:nvPr/>
        </p:nvSpPr>
        <p:spPr>
          <a:xfrm>
            <a:off x="3717131" y="825500"/>
            <a:ext cx="3497263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rtl="1"/>
            <a:r>
              <a:rPr lang="en-US" sz="1050" dirty="0">
                <a:solidFill>
                  <a:srgbClr val="B8D4F0"/>
                </a:solidFill>
              </a:rPr>
              <a:t> GROUTBOT </a:t>
            </a:r>
            <a:r>
              <a:rPr lang="he-IL" sz="1050" dirty="0">
                <a:solidFill>
                  <a:srgbClr val="B8D4F0"/>
                </a:solidFill>
              </a:rPr>
              <a:t>היא מכונה אוטומטית למילוי רובה בין אריחי                               ריצוף.  באופן מהיר · נקי · מדויק.  </a:t>
            </a:r>
          </a:p>
        </p:txBody>
      </p:sp>
      <p:pic>
        <p:nvPicPr>
          <p:cNvPr id="6" name="Product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90500"/>
            <a:ext cx="2120900" cy="15875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AccentLine"/>
          <p:cNvSpPr/>
          <p:nvPr/>
        </p:nvSpPr>
        <p:spPr>
          <a:xfrm flipV="1">
            <a:off x="0" y="2006600"/>
            <a:ext cx="7370763" cy="45719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ProbTitle"/>
          <p:cNvSpPr/>
          <p:nvPr/>
        </p:nvSpPr>
        <p:spPr>
          <a:xfrm>
            <a:off x="3854450" y="2209800"/>
            <a:ext cx="344805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t"/>
          <a:lstStyle/>
          <a:p>
            <a:pPr algn="r"/>
            <a:r>
              <a:rPr lang="he-IL" sz="1400" b="1" dirty="0">
                <a:solidFill>
                  <a:srgbClr val="1B4F8A"/>
                </a:solidFill>
                <a:cs typeface="Segoe UI"/>
              </a:rPr>
              <a:t>מה הבעיה בריצוף כיום?</a:t>
            </a:r>
          </a:p>
        </p:txBody>
      </p:sp>
      <p:sp>
        <p:nvSpPr>
          <p:cNvPr id="11" name="ProbBullets"/>
          <p:cNvSpPr/>
          <p:nvPr/>
        </p:nvSpPr>
        <p:spPr>
          <a:xfrm>
            <a:off x="3854450" y="2540000"/>
            <a:ext cx="3448050" cy="1016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t"/>
          <a:lstStyle/>
          <a:p>
            <a:pPr marL="171450" indent="-171450" algn="r" rtl="1">
              <a:lnSpc>
                <a:spcPct val="150000"/>
              </a:lnSpc>
              <a:buFont typeface="Arial"/>
              <a:buChar char="◆"/>
            </a:pPr>
            <a:r>
              <a:rPr lang="he-IL" sz="1000" dirty="0">
                <a:solidFill>
                  <a:srgbClr val="1B2A4A"/>
                </a:solidFill>
                <a:cs typeface="Segoe UI"/>
              </a:rPr>
              <a:t>עבודה פיזית קשה — על הברכיים, [</a:t>
            </a:r>
            <a:r>
              <a:rPr lang="he-IL" sz="1000" dirty="0" err="1">
                <a:solidFill>
                  <a:srgbClr val="1B2A4A"/>
                </a:solidFill>
                <a:cs typeface="Segoe UI"/>
              </a:rPr>
              <a:t>בורסיטיס</a:t>
            </a:r>
            <a:r>
              <a:rPr lang="he-IL" sz="1000" dirty="0">
                <a:solidFill>
                  <a:srgbClr val="1B2A4A"/>
                </a:solidFill>
                <a:cs typeface="Segoe UI"/>
              </a:rPr>
              <a:t> ופציעות]</a:t>
            </a:r>
          </a:p>
          <a:p>
            <a:pPr marL="171450" indent="-171450" algn="r" rtl="1">
              <a:lnSpc>
                <a:spcPct val="150000"/>
              </a:lnSpc>
              <a:buFont typeface="Arial"/>
              <a:buChar char="◆"/>
            </a:pPr>
            <a:r>
              <a:rPr lang="he-IL" sz="1000" dirty="0">
                <a:solidFill>
                  <a:srgbClr val="1B2A4A"/>
                </a:solidFill>
                <a:cs typeface="Segoe UI"/>
              </a:rPr>
              <a:t>מחסור חמור בכוח אדם — פועלים יקרים וקשים להשגה</a:t>
            </a:r>
          </a:p>
          <a:p>
            <a:pPr marL="171450" indent="-171450" algn="r" rtl="1">
              <a:lnSpc>
                <a:spcPct val="150000"/>
              </a:lnSpc>
              <a:buFont typeface="Arial"/>
              <a:buChar char="◆"/>
            </a:pPr>
            <a:r>
              <a:rPr lang="he-IL" sz="1000" dirty="0">
                <a:solidFill>
                  <a:srgbClr val="1B2A4A"/>
                </a:solidFill>
                <a:cs typeface="Segoe UI"/>
              </a:rPr>
              <a:t>זמן ארוך — מאט פרויקטים ופוגע בלוחות זמנים</a:t>
            </a:r>
          </a:p>
          <a:p>
            <a:pPr marL="171450" indent="-171450" algn="r" rtl="1">
              <a:lnSpc>
                <a:spcPct val="150000"/>
              </a:lnSpc>
              <a:buFont typeface="Arial"/>
              <a:buChar char="◆"/>
            </a:pPr>
            <a:r>
              <a:rPr lang="he-IL" sz="1000" dirty="0">
                <a:solidFill>
                  <a:srgbClr val="1B2A4A"/>
                </a:solidFill>
                <a:cs typeface="Segoe UI"/>
              </a:rPr>
              <a:t>לכלוך רב, ניקוי בחומצה, בזבוז חומר ועלויות גבוהות</a:t>
            </a:r>
          </a:p>
          <a:p>
            <a:pPr algn="r" rtl="1">
              <a:lnSpc>
                <a:spcPct val="150000"/>
              </a:lnSpc>
              <a:buNone/>
            </a:pPr>
            <a:r>
              <a:rPr lang="he-IL" sz="1000" b="1" dirty="0">
                <a:solidFill>
                  <a:srgbClr val="1B4F8A"/>
                </a:solidFill>
                <a:cs typeface="Segoe UI"/>
              </a:rPr>
              <a:t>אין פתרון אוטומטי זול נקי ונגיש בשוק היום.</a:t>
            </a:r>
          </a:p>
        </p:txBody>
      </p:sp>
      <p:sp>
        <p:nvSpPr>
          <p:cNvPr id="12" name="SolTitle"/>
          <p:cNvSpPr/>
          <p:nvPr/>
        </p:nvSpPr>
        <p:spPr>
          <a:xfrm>
            <a:off x="254000" y="2209800"/>
            <a:ext cx="3448050" cy="3048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t"/>
          <a:lstStyle/>
          <a:p>
            <a:pPr algn="r"/>
            <a:r>
              <a:rPr lang="he-IL" sz="1400" b="1" dirty="0">
                <a:solidFill>
                  <a:srgbClr val="1B4F8A"/>
                </a:solidFill>
                <a:cs typeface="Segoe UI"/>
              </a:rPr>
              <a:t>מה הפתרון?</a:t>
            </a:r>
          </a:p>
        </p:txBody>
      </p:sp>
      <p:sp>
        <p:nvSpPr>
          <p:cNvPr id="13" name="SolDesc"/>
          <p:cNvSpPr/>
          <p:nvPr/>
        </p:nvSpPr>
        <p:spPr>
          <a:xfrm>
            <a:off x="254000" y="2540000"/>
            <a:ext cx="3448050" cy="381000"/>
          </a:xfrm>
          <a:prstGeom prst="rect">
            <a:avLst/>
          </a:prstGeom>
          <a:noFill/>
          <a:ln>
            <a:noFill/>
          </a:ln>
        </p:spPr>
        <p:txBody>
          <a:bodyPr wrap="square" lIns="54000" tIns="27000" rIns="54000" bIns="27000" anchor="t"/>
          <a:lstStyle/>
          <a:p>
            <a:pPr algn="r"/>
            <a:r>
              <a:rPr lang="he-IL" sz="1000" dirty="0">
                <a:solidFill>
                  <a:srgbClr val="1B2A4A"/>
                </a:solidFill>
                <a:cs typeface="Segoe UI"/>
              </a:rPr>
              <a:t>מכונה אוטומטית למילוי רובה בריצוף — מהירה, נקייה ומדויקת. ללא עבודה על הברכיים.</a:t>
            </a:r>
          </a:p>
        </p:txBody>
      </p:sp>
      <p:sp>
        <p:nvSpPr>
          <p:cNvPr id="14" name="ValBox0"/>
          <p:cNvSpPr/>
          <p:nvPr/>
        </p:nvSpPr>
        <p:spPr>
          <a:xfrm>
            <a:off x="2603500" y="2971800"/>
            <a:ext cx="1098550" cy="56515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ctr">
              <a:lnSpc>
                <a:spcPct val="150000"/>
              </a:lnSpc>
            </a:pPr>
            <a:r>
              <a:rPr lang="he-IL" sz="1200" b="1" dirty="0">
                <a:solidFill>
                  <a:srgbClr val="FFFFFF"/>
                </a:solidFill>
                <a:cs typeface="Segoe UI"/>
              </a:rPr>
              <a:t>לחסוך</a:t>
            </a:r>
          </a:p>
          <a:p>
            <a:pPr algn="ctr">
              <a:lnSpc>
                <a:spcPct val="150000"/>
              </a:lnSpc>
            </a:pPr>
            <a:r>
              <a:rPr lang="he-IL" sz="900" dirty="0">
                <a:solidFill>
                  <a:srgbClr val="D6E9F8"/>
                </a:solidFill>
                <a:cs typeface="Segoe UI"/>
              </a:rPr>
              <a:t>כוח אדם וחומר</a:t>
            </a:r>
          </a:p>
        </p:txBody>
      </p:sp>
      <p:sp>
        <p:nvSpPr>
          <p:cNvPr id="15" name="ValBox1"/>
          <p:cNvSpPr/>
          <p:nvPr/>
        </p:nvSpPr>
        <p:spPr>
          <a:xfrm>
            <a:off x="1428750" y="2971800"/>
            <a:ext cx="1098550" cy="56515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ctr">
              <a:lnSpc>
                <a:spcPct val="150000"/>
              </a:lnSpc>
            </a:pPr>
            <a:r>
              <a:rPr lang="he-IL" sz="1200" b="1" dirty="0">
                <a:solidFill>
                  <a:srgbClr val="FFFFFF"/>
                </a:solidFill>
                <a:cs typeface="Segoe UI"/>
              </a:rPr>
              <a:t>לייצר</a:t>
            </a:r>
          </a:p>
          <a:p>
            <a:pPr algn="ctr">
              <a:lnSpc>
                <a:spcPct val="150000"/>
              </a:lnSpc>
            </a:pPr>
            <a:r>
              <a:rPr lang="he-IL" sz="900" dirty="0">
                <a:solidFill>
                  <a:srgbClr val="D6E9F8"/>
                </a:solidFill>
                <a:cs typeface="Segoe UI"/>
              </a:rPr>
              <a:t>×2-3 תפוקה</a:t>
            </a:r>
          </a:p>
        </p:txBody>
      </p:sp>
      <p:sp>
        <p:nvSpPr>
          <p:cNvPr id="16" name="ValBox2"/>
          <p:cNvSpPr/>
          <p:nvPr/>
        </p:nvSpPr>
        <p:spPr>
          <a:xfrm>
            <a:off x="254000" y="2971800"/>
            <a:ext cx="1098550" cy="565150"/>
          </a:xfrm>
          <a:prstGeom prst="roundRect">
            <a:avLst/>
          </a:prstGeom>
          <a:solidFill>
            <a:srgbClr val="1B4F8A"/>
          </a:solidFill>
          <a:ln>
            <a:noFill/>
          </a:ln>
        </p:spPr>
        <p:txBody>
          <a:bodyPr wrap="square" lIns="54000" tIns="27000" rIns="54000" bIns="27000" anchor="t"/>
          <a:lstStyle/>
          <a:p>
            <a:pPr algn="ctr">
              <a:lnSpc>
                <a:spcPct val="150000"/>
              </a:lnSpc>
            </a:pPr>
            <a:r>
              <a:rPr lang="he-IL" sz="1200" b="1" dirty="0">
                <a:solidFill>
                  <a:srgbClr val="FFFFFF"/>
                </a:solidFill>
                <a:cs typeface="Segoe UI"/>
              </a:rPr>
              <a:t>לשמור</a:t>
            </a:r>
          </a:p>
          <a:p>
            <a:pPr algn="ctr">
              <a:lnSpc>
                <a:spcPct val="150000"/>
              </a:lnSpc>
            </a:pPr>
            <a:r>
              <a:rPr lang="he-IL" sz="900" dirty="0">
                <a:solidFill>
                  <a:srgbClr val="D6E9F8"/>
                </a:solidFill>
                <a:cs typeface="Segoe UI"/>
              </a:rPr>
              <a:t>על בריאות הפועלים</a:t>
            </a:r>
          </a:p>
        </p:txBody>
      </p:sp>
      <p:sp>
        <p:nvSpPr>
          <p:cNvPr id="20" name="MarketTitle"/>
          <p:cNvSpPr/>
          <p:nvPr/>
        </p:nvSpPr>
        <p:spPr>
          <a:xfrm>
            <a:off x="254000" y="5810250"/>
            <a:ext cx="344805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1400" b="1" dirty="0">
                <a:solidFill>
                  <a:srgbClr val="1B4F8A"/>
                </a:solidFill>
                <a:cs typeface="Segoe UI"/>
              </a:rPr>
              <a:t>השוק</a:t>
            </a:r>
          </a:p>
        </p:txBody>
      </p:sp>
      <p:sp>
        <p:nvSpPr>
          <p:cNvPr id="21" name="MarketDesc"/>
          <p:cNvSpPr/>
          <p:nvPr/>
        </p:nvSpPr>
        <p:spPr>
          <a:xfrm>
            <a:off x="254000" y="6089650"/>
            <a:ext cx="3448050" cy="406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r"/>
            <a:r>
              <a:rPr lang="he-IL" sz="900" dirty="0">
                <a:solidFill>
                  <a:srgbClr val="1B2A4A"/>
                </a:solidFill>
                <a:cs typeface="Segoe UI"/>
              </a:rPr>
              <a:t>שוק הריצוף העולמי צומח ב-7.4% בשנה. מחסור של 37,000 פועלי גמר ועלייה של 31% בהתחלות בנייה מייצרים הזדמנות עצומה.</a:t>
            </a:r>
          </a:p>
        </p:txBody>
      </p:sp>
      <p:sp>
        <p:nvSpPr>
          <p:cNvPr id="22" name="Circ0"/>
          <p:cNvSpPr/>
          <p:nvPr/>
        </p:nvSpPr>
        <p:spPr>
          <a:xfrm>
            <a:off x="2693986" y="6508750"/>
            <a:ext cx="660400" cy="660400"/>
          </a:xfrm>
          <a:prstGeom prst="ellipse">
            <a:avLst/>
          </a:prstGeom>
          <a:noFill/>
          <a:ln w="15875">
            <a:solidFill>
              <a:srgbClr val="2E86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B4F8A"/>
                </a:solidFill>
                <a:latin typeface="Segoe UI"/>
              </a:rPr>
              <a:t>$410.8B</a:t>
            </a:r>
          </a:p>
        </p:txBody>
      </p:sp>
      <p:sp>
        <p:nvSpPr>
          <p:cNvPr id="23" name="CLabel0"/>
          <p:cNvSpPr/>
          <p:nvPr/>
        </p:nvSpPr>
        <p:spPr>
          <a:xfrm>
            <a:off x="2592387" y="719455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700" dirty="0">
                <a:solidFill>
                  <a:srgbClr val="2B3A67"/>
                </a:solidFill>
                <a:cs typeface="Segoe UI"/>
              </a:rPr>
              <a:t>שוק אריחים
עולמי 2034</a:t>
            </a:r>
          </a:p>
        </p:txBody>
      </p:sp>
      <p:sp>
        <p:nvSpPr>
          <p:cNvPr id="24" name="Circ1"/>
          <p:cNvSpPr/>
          <p:nvPr/>
        </p:nvSpPr>
        <p:spPr>
          <a:xfrm>
            <a:off x="1647824" y="6508750"/>
            <a:ext cx="660400" cy="660400"/>
          </a:xfrm>
          <a:prstGeom prst="ellipse">
            <a:avLst/>
          </a:prstGeom>
          <a:noFill/>
          <a:ln w="15875">
            <a:solidFill>
              <a:srgbClr val="2E86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B4F8A"/>
                </a:solidFill>
                <a:latin typeface="Segoe UI"/>
              </a:rPr>
              <a:t>26,000</a:t>
            </a:r>
          </a:p>
        </p:txBody>
      </p:sp>
      <p:sp>
        <p:nvSpPr>
          <p:cNvPr id="25" name="CLabel1"/>
          <p:cNvSpPr/>
          <p:nvPr/>
        </p:nvSpPr>
        <p:spPr>
          <a:xfrm>
            <a:off x="1546224" y="719455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700" dirty="0">
                <a:solidFill>
                  <a:srgbClr val="2B3A67"/>
                </a:solidFill>
                <a:cs typeface="Segoe UI"/>
              </a:rPr>
              <a:t>קבלני שיפוצים
בישראל</a:t>
            </a:r>
          </a:p>
        </p:txBody>
      </p:sp>
      <p:sp>
        <p:nvSpPr>
          <p:cNvPr id="26" name="Circ2"/>
          <p:cNvSpPr/>
          <p:nvPr/>
        </p:nvSpPr>
        <p:spPr>
          <a:xfrm>
            <a:off x="601661" y="6508750"/>
            <a:ext cx="660400" cy="660400"/>
          </a:xfrm>
          <a:prstGeom prst="ellipse">
            <a:avLst/>
          </a:prstGeom>
          <a:noFill/>
          <a:ln w="15875">
            <a:solidFill>
              <a:srgbClr val="2E86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1B4F8A"/>
                </a:solidFill>
                <a:latin typeface="Segoe UI"/>
              </a:rPr>
              <a:t>$2.5B</a:t>
            </a:r>
          </a:p>
        </p:txBody>
      </p:sp>
      <p:sp>
        <p:nvSpPr>
          <p:cNvPr id="27" name="CLabel2"/>
          <p:cNvSpPr/>
          <p:nvPr/>
        </p:nvSpPr>
        <p:spPr>
          <a:xfrm>
            <a:off x="500061" y="719455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700" dirty="0">
                <a:solidFill>
                  <a:srgbClr val="2B3A67"/>
                </a:solidFill>
                <a:cs typeface="Segoe UI"/>
              </a:rPr>
              <a:t>שוק רובה
ודבקים 2029</a:t>
            </a:r>
          </a:p>
        </p:txBody>
      </p:sp>
      <p:sp>
        <p:nvSpPr>
          <p:cNvPr id="30" name="ProductTitle"/>
          <p:cNvSpPr/>
          <p:nvPr/>
        </p:nvSpPr>
        <p:spPr>
          <a:xfrm>
            <a:off x="3854450" y="3790950"/>
            <a:ext cx="344805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r"/>
            <a:r>
              <a:rPr lang="he-IL" sz="1400" b="1" dirty="0">
                <a:solidFill>
                  <a:srgbClr val="1B4F8A"/>
                </a:solidFill>
                <a:cs typeface="Segoe UI"/>
              </a:rPr>
              <a:t>המוצר שלנו</a:t>
            </a:r>
          </a:p>
        </p:txBody>
      </p:sp>
      <p:sp>
        <p:nvSpPr>
          <p:cNvPr id="31" name="ProductDesc"/>
          <p:cNvSpPr/>
          <p:nvPr/>
        </p:nvSpPr>
        <p:spPr>
          <a:xfrm>
            <a:off x="3854450" y="4070350"/>
            <a:ext cx="3448050" cy="355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r" rtl="1"/>
            <a:r>
              <a:rPr lang="he-IL" sz="1000" dirty="0">
                <a:solidFill>
                  <a:srgbClr val="1B2A4A"/>
                </a:solidFill>
                <a:cs typeface="Segoe UI"/>
              </a:rPr>
              <a:t>Groutbot — היא מכונה למילוי רובה בריצוף. מהירה ×2-3 מעבודה ידנית, תוצאה אחידה ומקצועית.</a:t>
            </a:r>
          </a:p>
        </p:txBody>
      </p:sp>
      <p:sp>
        <p:nvSpPr>
          <p:cNvPr id="32" name="Step0"/>
          <p:cNvSpPr/>
          <p:nvPr/>
        </p:nvSpPr>
        <p:spPr>
          <a:xfrm>
            <a:off x="6706394" y="4502150"/>
            <a:ext cx="330200" cy="330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3" name="SLabel0"/>
          <p:cNvSpPr/>
          <p:nvPr/>
        </p:nvSpPr>
        <p:spPr>
          <a:xfrm>
            <a:off x="6440487" y="4845050"/>
            <a:ext cx="862013" cy="304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900" b="1" dirty="0">
                <a:solidFill>
                  <a:srgbClr val="1B2A4A"/>
                </a:solidFill>
                <a:cs typeface="Segoe UI"/>
              </a:rPr>
              <a:t>טעינה</a:t>
            </a:r>
          </a:p>
          <a:p>
            <a:pPr algn="ctr"/>
            <a:r>
              <a:rPr lang="he-IL" sz="800" dirty="0">
                <a:solidFill>
                  <a:srgbClr val="2B3A67"/>
                </a:solidFill>
                <a:cs typeface="Segoe UI"/>
              </a:rPr>
              <a:t>רובה למיכל</a:t>
            </a:r>
          </a:p>
        </p:txBody>
      </p:sp>
      <p:sp>
        <p:nvSpPr>
          <p:cNvPr id="34" name="Step1"/>
          <p:cNvSpPr/>
          <p:nvPr/>
        </p:nvSpPr>
        <p:spPr>
          <a:xfrm>
            <a:off x="5844381" y="4502150"/>
            <a:ext cx="330200" cy="330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5" name="SLabel1"/>
          <p:cNvSpPr/>
          <p:nvPr/>
        </p:nvSpPr>
        <p:spPr>
          <a:xfrm>
            <a:off x="5578474" y="4845050"/>
            <a:ext cx="862013" cy="304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900" b="1" dirty="0">
                <a:solidFill>
                  <a:srgbClr val="1B2A4A"/>
                </a:solidFill>
                <a:cs typeface="Segoe UI"/>
              </a:rPr>
              <a:t>הזנה</a:t>
            </a:r>
          </a:p>
          <a:p>
            <a:pPr algn="ctr"/>
            <a:r>
              <a:rPr lang="he-IL" sz="800" dirty="0">
                <a:solidFill>
                  <a:srgbClr val="2B3A67"/>
                </a:solidFill>
                <a:cs typeface="Segoe UI"/>
              </a:rPr>
              <a:t>משאבה מסונכרנת</a:t>
            </a:r>
          </a:p>
        </p:txBody>
      </p:sp>
      <p:sp>
        <p:nvSpPr>
          <p:cNvPr id="36" name="Step2"/>
          <p:cNvSpPr/>
          <p:nvPr/>
        </p:nvSpPr>
        <p:spPr>
          <a:xfrm>
            <a:off x="4982368" y="4502150"/>
            <a:ext cx="330200" cy="330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7" name="SLabel2"/>
          <p:cNvSpPr/>
          <p:nvPr/>
        </p:nvSpPr>
        <p:spPr>
          <a:xfrm>
            <a:off x="4716461" y="4845050"/>
            <a:ext cx="862013" cy="304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900" b="1" dirty="0">
                <a:solidFill>
                  <a:srgbClr val="1B2A4A"/>
                </a:solidFill>
                <a:cs typeface="Segoe UI"/>
              </a:rPr>
              <a:t>מילוי</a:t>
            </a:r>
          </a:p>
          <a:p>
            <a:pPr algn="ctr"/>
            <a:r>
              <a:rPr lang="he-IL" sz="800" dirty="0">
                <a:solidFill>
                  <a:srgbClr val="2B3A67"/>
                </a:solidFill>
                <a:cs typeface="Segoe UI"/>
              </a:rPr>
              <a:t>דיזה מדויקת</a:t>
            </a:r>
          </a:p>
        </p:txBody>
      </p:sp>
      <p:sp>
        <p:nvSpPr>
          <p:cNvPr id="38" name="Step3"/>
          <p:cNvSpPr/>
          <p:nvPr/>
        </p:nvSpPr>
        <p:spPr>
          <a:xfrm>
            <a:off x="4120355" y="4502150"/>
            <a:ext cx="330200" cy="330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9" name="SLabel3"/>
          <p:cNvSpPr/>
          <p:nvPr/>
        </p:nvSpPr>
        <p:spPr>
          <a:xfrm>
            <a:off x="3854448" y="4845050"/>
            <a:ext cx="862013" cy="304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900" b="1" dirty="0">
                <a:solidFill>
                  <a:srgbClr val="1B2A4A"/>
                </a:solidFill>
                <a:cs typeface="Segoe UI"/>
              </a:rPr>
              <a:t>גימור</a:t>
            </a:r>
          </a:p>
          <a:p>
            <a:pPr algn="ctr"/>
            <a:r>
              <a:rPr lang="he-IL" sz="800" dirty="0">
                <a:solidFill>
                  <a:srgbClr val="2B3A67"/>
                </a:solidFill>
                <a:cs typeface="Segoe UI"/>
              </a:rPr>
              <a:t>להב V נקי</a:t>
            </a:r>
          </a:p>
        </p:txBody>
      </p:sp>
      <p:sp>
        <p:nvSpPr>
          <p:cNvPr id="60" name="BizTitle"/>
          <p:cNvSpPr/>
          <p:nvPr/>
        </p:nvSpPr>
        <p:spPr>
          <a:xfrm>
            <a:off x="254000" y="908685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1400" b="1" dirty="0">
                <a:solidFill>
                  <a:srgbClr val="1B4F8A"/>
                </a:solidFill>
                <a:cs typeface="Segoe UI"/>
              </a:rPr>
              <a:t>מודל עסקי</a:t>
            </a:r>
          </a:p>
        </p:txBody>
      </p:sp>
      <p:sp>
        <p:nvSpPr>
          <p:cNvPr id="61" name="BizDesc"/>
          <p:cNvSpPr/>
          <p:nvPr/>
        </p:nvSpPr>
        <p:spPr>
          <a:xfrm>
            <a:off x="254000" y="936625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r"/>
            <a:r>
              <a:rPr lang="he-IL" sz="900" dirty="0">
                <a:solidFill>
                  <a:srgbClr val="1B2A4A"/>
                </a:solidFill>
                <a:cs typeface="Segoe UI"/>
              </a:rPr>
              <a:t>מכירת מכונות ישירות. עמלה 66% מרג׳ין.</a:t>
            </a:r>
          </a:p>
        </p:txBody>
      </p:sp>
      <p:sp>
        <p:nvSpPr>
          <p:cNvPr id="62" name="BizC0"/>
          <p:cNvSpPr/>
          <p:nvPr/>
        </p:nvSpPr>
        <p:spPr>
          <a:xfrm>
            <a:off x="2692400" y="9620250"/>
            <a:ext cx="609600" cy="609600"/>
          </a:xfrm>
          <a:prstGeom prst="ellipse">
            <a:avLst/>
          </a:prstGeom>
          <a:noFill/>
          <a:ln w="15875">
            <a:solidFill>
              <a:srgbClr val="1B4F8A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1B4F8A"/>
                </a:solidFill>
                <a:latin typeface="Segoe UI"/>
              </a:rPr>
              <a:t>₪9,900</a:t>
            </a:r>
          </a:p>
        </p:txBody>
      </p:sp>
      <p:sp>
        <p:nvSpPr>
          <p:cNvPr id="63" name="BizL0"/>
          <p:cNvSpPr/>
          <p:nvPr/>
        </p:nvSpPr>
        <p:spPr>
          <a:xfrm>
            <a:off x="2590800" y="10255250"/>
            <a:ext cx="825500" cy="177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700" dirty="0">
                <a:solidFill>
                  <a:srgbClr val="2B3A67"/>
                </a:solidFill>
                <a:cs typeface="Segoe UI"/>
              </a:rPr>
              <a:t>מחיר מכירה</a:t>
            </a:r>
          </a:p>
        </p:txBody>
      </p:sp>
      <p:sp>
        <p:nvSpPr>
          <p:cNvPr id="64" name="BizC1"/>
          <p:cNvSpPr/>
          <p:nvPr/>
        </p:nvSpPr>
        <p:spPr>
          <a:xfrm>
            <a:off x="1663700" y="9620250"/>
            <a:ext cx="609600" cy="609600"/>
          </a:xfrm>
          <a:prstGeom prst="ellipse">
            <a:avLst/>
          </a:prstGeom>
          <a:noFill/>
          <a:ln w="15875">
            <a:solidFill>
              <a:srgbClr val="27AE6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27AE60"/>
                </a:solidFill>
                <a:latin typeface="Segoe UI"/>
              </a:rPr>
              <a:t>~</a:t>
            </a:r>
            <a:r>
              <a:rPr lang="he-IL" sz="1000" b="1" dirty="0">
                <a:solidFill>
                  <a:srgbClr val="27AE60"/>
                </a:solidFill>
                <a:latin typeface="Segoe UI"/>
              </a:rPr>
              <a:t>85</a:t>
            </a:r>
            <a:r>
              <a:rPr lang="en-US" sz="1000" b="1" dirty="0">
                <a:solidFill>
                  <a:srgbClr val="27AE60"/>
                </a:solidFill>
                <a:latin typeface="Segoe UI"/>
              </a:rPr>
              <a:t>%</a:t>
            </a:r>
          </a:p>
        </p:txBody>
      </p:sp>
      <p:sp>
        <p:nvSpPr>
          <p:cNvPr id="65" name="BizL1"/>
          <p:cNvSpPr/>
          <p:nvPr/>
        </p:nvSpPr>
        <p:spPr>
          <a:xfrm>
            <a:off x="1562100" y="10255250"/>
            <a:ext cx="825500" cy="177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700" dirty="0">
                <a:solidFill>
                  <a:srgbClr val="2B3A67"/>
                </a:solidFill>
                <a:cs typeface="Segoe UI"/>
              </a:rPr>
              <a:t>Gross Margin</a:t>
            </a:r>
          </a:p>
        </p:txBody>
      </p:sp>
      <p:sp>
        <p:nvSpPr>
          <p:cNvPr id="66" name="BizC2"/>
          <p:cNvSpPr/>
          <p:nvPr/>
        </p:nvSpPr>
        <p:spPr>
          <a:xfrm>
            <a:off x="622300" y="9620250"/>
            <a:ext cx="609600" cy="609600"/>
          </a:xfrm>
          <a:prstGeom prst="ellipse">
            <a:avLst/>
          </a:prstGeom>
          <a:noFill/>
          <a:ln w="15875">
            <a:solidFill>
              <a:srgbClr val="2E86C1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2E86C1"/>
                </a:solidFill>
                <a:latin typeface="Segoe UI"/>
              </a:rPr>
              <a:t>₪</a:t>
            </a:r>
            <a:r>
              <a:rPr lang="he-IL" sz="1000" b="1" dirty="0">
                <a:solidFill>
                  <a:srgbClr val="2E86C1"/>
                </a:solidFill>
                <a:latin typeface="Segoe UI"/>
              </a:rPr>
              <a:t>1500 </a:t>
            </a:r>
            <a:endParaRPr lang="en-US" sz="1000" b="1" dirty="0">
              <a:solidFill>
                <a:srgbClr val="2E86C1"/>
              </a:solidFill>
              <a:latin typeface="Segoe UI"/>
            </a:endParaRPr>
          </a:p>
        </p:txBody>
      </p:sp>
      <p:sp>
        <p:nvSpPr>
          <p:cNvPr id="67" name="BizL2"/>
          <p:cNvSpPr/>
          <p:nvPr/>
        </p:nvSpPr>
        <p:spPr>
          <a:xfrm>
            <a:off x="520700" y="10255250"/>
            <a:ext cx="825500" cy="177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700" dirty="0">
                <a:solidFill>
                  <a:srgbClr val="2B3A67"/>
                </a:solidFill>
                <a:cs typeface="Segoe UI"/>
              </a:rPr>
              <a:t>עלות ייצור</a:t>
            </a:r>
          </a:p>
        </p:txBody>
      </p:sp>
      <p:sp>
        <p:nvSpPr>
          <p:cNvPr id="70" name="Channels"/>
          <p:cNvSpPr/>
          <p:nvPr/>
        </p:nvSpPr>
        <p:spPr>
          <a:xfrm>
            <a:off x="254000" y="10458450"/>
            <a:ext cx="3454400" cy="203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ctr"/>
            <a:r>
              <a:rPr lang="he-IL" sz="700" b="1" dirty="0">
                <a:solidFill>
                  <a:srgbClr val="1B4F8A"/>
                </a:solidFill>
                <a:cs typeface="Segoe UI"/>
              </a:rPr>
              <a:t>ערוצים: רשתות בנייה | חברות בנייה ישירות | מכירה מקוונת</a:t>
            </a:r>
          </a:p>
        </p:txBody>
      </p:sp>
      <p:sp>
        <p:nvSpPr>
          <p:cNvPr id="58" name="תיבת טקסט 57">
            <a:extLst>
              <a:ext uri="{FF2B5EF4-FFF2-40B4-BE49-F238E27FC236}">
                <a16:creationId xmlns:a16="http://schemas.microsoft.com/office/drawing/2014/main" id="{B8761D33-31F1-41C7-9E9E-25E830647832}"/>
              </a:ext>
            </a:extLst>
          </p:cNvPr>
          <p:cNvSpPr txBox="1"/>
          <p:nvPr/>
        </p:nvSpPr>
        <p:spPr>
          <a:xfrm>
            <a:off x="3857994" y="8996280"/>
            <a:ext cx="3454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he-IL" sz="1300" b="1" dirty="0">
                <a:solidFill>
                  <a:srgbClr val="1B4F8A"/>
                </a:solidFill>
              </a:rPr>
              <a:t>הצוות</a:t>
            </a:r>
            <a:endParaRPr lang="LID4096" sz="1300" b="1" dirty="0">
              <a:solidFill>
                <a:srgbClr val="1B4F8A"/>
              </a:solidFill>
            </a:endParaRPr>
          </a:p>
        </p:txBody>
      </p:sp>
      <p:sp>
        <p:nvSpPr>
          <p:cNvPr id="68" name="תיבת טקסט 67">
            <a:extLst>
              <a:ext uri="{FF2B5EF4-FFF2-40B4-BE49-F238E27FC236}">
                <a16:creationId xmlns:a16="http://schemas.microsoft.com/office/drawing/2014/main" id="{27C4346A-898A-4CE2-BD41-320D7A5DEEC7}"/>
              </a:ext>
            </a:extLst>
          </p:cNvPr>
          <p:cNvSpPr txBox="1"/>
          <p:nvPr/>
        </p:nvSpPr>
        <p:spPr>
          <a:xfrm>
            <a:off x="5935663" y="10229850"/>
            <a:ext cx="172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he-IL" sz="800" dirty="0">
                <a:solidFill>
                  <a:srgbClr val="1B2A4A"/>
                </a:solidFill>
              </a:rPr>
              <a:t>מרדכי שטרית
מייסד ומנכ"ל</a:t>
            </a:r>
            <a:endParaRPr lang="LID4096" sz="800" dirty="0">
              <a:solidFill>
                <a:srgbClr val="1B2A4A"/>
              </a:solidFill>
            </a:endParaRPr>
          </a:p>
        </p:txBody>
      </p:sp>
      <p:sp>
        <p:nvSpPr>
          <p:cNvPr id="71" name="תיבת טקסט 70">
            <a:extLst>
              <a:ext uri="{FF2B5EF4-FFF2-40B4-BE49-F238E27FC236}">
                <a16:creationId xmlns:a16="http://schemas.microsoft.com/office/drawing/2014/main" id="{DC38A572-DBFD-4EF5-88C1-DE55631186C9}"/>
              </a:ext>
            </a:extLst>
          </p:cNvPr>
          <p:cNvSpPr txBox="1"/>
          <p:nvPr/>
        </p:nvSpPr>
        <p:spPr>
          <a:xfrm>
            <a:off x="3798330" y="9418588"/>
            <a:ext cx="1515107" cy="54135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 rtl="1"/>
            <a:r>
              <a:rPr lang="he-IL" sz="800" b="1" dirty="0"/>
              <a:t>עלי שלבי – מהנדס מכונות, </a:t>
            </a:r>
          </a:p>
          <a:p>
            <a:pPr algn="r" rtl="1"/>
            <a:r>
              <a:rPr lang="he-IL" sz="800" b="1" dirty="0"/>
              <a:t>חבר </a:t>
            </a:r>
            <a:r>
              <a:rPr lang="en-US" sz="800" b="1" dirty="0"/>
              <a:t>Advisory Board</a:t>
            </a:r>
            <a:br>
              <a:rPr lang="en-US" sz="800" dirty="0"/>
            </a:br>
            <a:endParaRPr lang="LID4096" sz="800" dirty="0">
              <a:solidFill>
                <a:srgbClr val="1B2A4A"/>
              </a:solidFill>
            </a:endParaRPr>
          </a:p>
        </p:txBody>
      </p:sp>
      <p:sp>
        <p:nvSpPr>
          <p:cNvPr id="72" name="מלבן 71">
            <a:extLst>
              <a:ext uri="{FF2B5EF4-FFF2-40B4-BE49-F238E27FC236}">
                <a16:creationId xmlns:a16="http://schemas.microsoft.com/office/drawing/2014/main" id="{FA3F03D2-2DCD-4852-AB60-130B156547F7}"/>
              </a:ext>
            </a:extLst>
          </p:cNvPr>
          <p:cNvSpPr/>
          <p:nvPr/>
        </p:nvSpPr>
        <p:spPr>
          <a:xfrm flipH="1">
            <a:off x="3827776" y="9112249"/>
            <a:ext cx="45719" cy="1470727"/>
          </a:xfrm>
          <a:prstGeom prst="rect">
            <a:avLst/>
          </a:prstGeom>
          <a:solidFill>
            <a:srgbClr val="C0C8D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73" name="תיבת טקסט 72">
            <a:extLst>
              <a:ext uri="{FF2B5EF4-FFF2-40B4-BE49-F238E27FC236}">
                <a16:creationId xmlns:a16="http://schemas.microsoft.com/office/drawing/2014/main" id="{7503D2B5-5929-4A91-9B39-8EB0AD97EA43}"/>
              </a:ext>
            </a:extLst>
          </p:cNvPr>
          <p:cNvSpPr txBox="1"/>
          <p:nvPr/>
        </p:nvSpPr>
        <p:spPr>
          <a:xfrm>
            <a:off x="345280" y="7581900"/>
            <a:ext cx="68072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he-IL" sz="1300" b="1" dirty="0">
                <a:solidFill>
                  <a:srgbClr val="1B4F8A"/>
                </a:solidFill>
              </a:rPr>
              <a:t>אבני דרך</a:t>
            </a:r>
            <a:endParaRPr lang="LID4096" sz="1300" b="1" dirty="0">
              <a:solidFill>
                <a:srgbClr val="1B4F8A"/>
              </a:solidFill>
            </a:endParaRPr>
          </a:p>
        </p:txBody>
      </p:sp>
      <p:sp>
        <p:nvSpPr>
          <p:cNvPr id="74" name="מלבן 73">
            <a:extLst>
              <a:ext uri="{FF2B5EF4-FFF2-40B4-BE49-F238E27FC236}">
                <a16:creationId xmlns:a16="http://schemas.microsoft.com/office/drawing/2014/main" id="{92B89568-E0C4-423C-99AA-884AA9C3B5AE}"/>
              </a:ext>
            </a:extLst>
          </p:cNvPr>
          <p:cNvSpPr/>
          <p:nvPr/>
        </p:nvSpPr>
        <p:spPr>
          <a:xfrm>
            <a:off x="1143000" y="8128000"/>
            <a:ext cx="4953000" cy="254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75" name="אליפסה 74">
            <a:extLst>
              <a:ext uri="{FF2B5EF4-FFF2-40B4-BE49-F238E27FC236}">
                <a16:creationId xmlns:a16="http://schemas.microsoft.com/office/drawing/2014/main" id="{8B1BE722-8F3D-42AB-ADF2-E952514BEA72}"/>
              </a:ext>
            </a:extLst>
          </p:cNvPr>
          <p:cNvSpPr/>
          <p:nvPr/>
        </p:nvSpPr>
        <p:spPr>
          <a:xfrm>
            <a:off x="5981700" y="8026400"/>
            <a:ext cx="558800" cy="266700"/>
          </a:xfrm>
          <a:prstGeom prst="ellipse">
            <a:avLst/>
          </a:prstGeom>
          <a:solidFill>
            <a:srgbClr val="B0BEC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 dirty="0">
                <a:solidFill>
                  <a:srgbClr val="546E7A"/>
                </a:solidFill>
              </a:rPr>
              <a:t>2025</a:t>
            </a:r>
            <a:endParaRPr lang="LID4096" sz="900" b="1" dirty="0">
              <a:solidFill>
                <a:srgbClr val="546E7A"/>
              </a:solidFill>
            </a:endParaRPr>
          </a:p>
        </p:txBody>
      </p:sp>
      <p:sp>
        <p:nvSpPr>
          <p:cNvPr id="76" name="תיבת טקסט 75">
            <a:extLst>
              <a:ext uri="{FF2B5EF4-FFF2-40B4-BE49-F238E27FC236}">
                <a16:creationId xmlns:a16="http://schemas.microsoft.com/office/drawing/2014/main" id="{CCBC1867-81AC-48BB-8253-1C552965DBDB}"/>
              </a:ext>
            </a:extLst>
          </p:cNvPr>
          <p:cNvSpPr txBox="1"/>
          <p:nvPr/>
        </p:nvSpPr>
        <p:spPr>
          <a:xfrm>
            <a:off x="5844381" y="8345838"/>
            <a:ext cx="88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 rtl="1"/>
            <a:r>
              <a:rPr lang="he-IL" sz="800" dirty="0">
                <a:solidFill>
                  <a:srgbClr val="1B2A4A"/>
                </a:solidFill>
              </a:rPr>
              <a:t>פיתוח </a:t>
            </a:r>
            <a:r>
              <a:rPr lang="he-IL" sz="800" dirty="0" err="1">
                <a:solidFill>
                  <a:srgbClr val="1B2A4A"/>
                </a:solidFill>
              </a:rPr>
              <a:t>עיסקי</a:t>
            </a:r>
            <a:endParaRPr lang="LID4096" sz="800" dirty="0">
              <a:solidFill>
                <a:srgbClr val="1B2A4A"/>
              </a:solidFill>
            </a:endParaRPr>
          </a:p>
        </p:txBody>
      </p:sp>
      <p:sp>
        <p:nvSpPr>
          <p:cNvPr id="78" name="אליפסה 77">
            <a:extLst>
              <a:ext uri="{FF2B5EF4-FFF2-40B4-BE49-F238E27FC236}">
                <a16:creationId xmlns:a16="http://schemas.microsoft.com/office/drawing/2014/main" id="{7FFDFC19-5775-4AA7-9A9F-86AF89F99AC8}"/>
              </a:ext>
            </a:extLst>
          </p:cNvPr>
          <p:cNvSpPr/>
          <p:nvPr/>
        </p:nvSpPr>
        <p:spPr>
          <a:xfrm>
            <a:off x="4120355" y="7988300"/>
            <a:ext cx="673895" cy="365827"/>
          </a:xfrm>
          <a:prstGeom prst="ellipse">
            <a:avLst/>
          </a:prstGeom>
          <a:noFill/>
          <a:ln w="31750" cap="flat" cmpd="sng" algn="ctr">
            <a:solidFill>
              <a:srgbClr val="27AE6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77" name="אליפסה 76">
            <a:extLst>
              <a:ext uri="{FF2B5EF4-FFF2-40B4-BE49-F238E27FC236}">
                <a16:creationId xmlns:a16="http://schemas.microsoft.com/office/drawing/2014/main" id="{80D6B822-D562-4767-A299-CC597ABA01FF}"/>
              </a:ext>
            </a:extLst>
          </p:cNvPr>
          <p:cNvSpPr/>
          <p:nvPr/>
        </p:nvSpPr>
        <p:spPr>
          <a:xfrm>
            <a:off x="4166086" y="8016173"/>
            <a:ext cx="577850" cy="302327"/>
          </a:xfrm>
          <a:prstGeom prst="ellipse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2026</a:t>
            </a:r>
            <a:endParaRPr lang="LID4096" sz="900" b="1" dirty="0">
              <a:solidFill>
                <a:srgbClr val="FFFFFF"/>
              </a:solidFill>
            </a:endParaRPr>
          </a:p>
        </p:txBody>
      </p:sp>
      <p:sp>
        <p:nvSpPr>
          <p:cNvPr id="79" name="תיבת טקסט 78">
            <a:extLst>
              <a:ext uri="{FF2B5EF4-FFF2-40B4-BE49-F238E27FC236}">
                <a16:creationId xmlns:a16="http://schemas.microsoft.com/office/drawing/2014/main" id="{56AB1E65-D7BC-415E-9021-134E69F76AA2}"/>
              </a:ext>
            </a:extLst>
          </p:cNvPr>
          <p:cNvSpPr txBox="1"/>
          <p:nvPr/>
        </p:nvSpPr>
        <p:spPr>
          <a:xfrm>
            <a:off x="3947011" y="8365623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 rtl="1"/>
            <a:r>
              <a:rPr lang="he-IL" sz="800" dirty="0">
                <a:solidFill>
                  <a:srgbClr val="1B2A4A"/>
                </a:solidFill>
              </a:rPr>
              <a:t>פיתוח</a:t>
            </a:r>
            <a:r>
              <a:rPr lang="en-US" sz="800" dirty="0">
                <a:solidFill>
                  <a:srgbClr val="1B2A4A"/>
                </a:solidFill>
              </a:rPr>
              <a:t> </a:t>
            </a:r>
            <a:r>
              <a:rPr lang="he-IL" sz="800" dirty="0">
                <a:solidFill>
                  <a:srgbClr val="1B2A4A"/>
                </a:solidFill>
              </a:rPr>
              <a:t>מוצר </a:t>
            </a:r>
            <a:r>
              <a:rPr lang="en-US" sz="800" dirty="0">
                <a:solidFill>
                  <a:srgbClr val="1B2A4A"/>
                </a:solidFill>
              </a:rPr>
              <a:t>MVP </a:t>
            </a:r>
            <a:r>
              <a:rPr lang="he-IL" sz="800" dirty="0">
                <a:solidFill>
                  <a:srgbClr val="1B2A4A"/>
                </a:solidFill>
              </a:rPr>
              <a:t>+</a:t>
            </a:r>
            <a:r>
              <a:rPr lang="en-US" sz="800" dirty="0">
                <a:solidFill>
                  <a:srgbClr val="1B2A4A"/>
                </a:solidFill>
              </a:rPr>
              <a:t>  </a:t>
            </a:r>
            <a:r>
              <a:rPr lang="he-IL" sz="800" dirty="0">
                <a:solidFill>
                  <a:srgbClr val="1B2A4A"/>
                </a:solidFill>
              </a:rPr>
              <a:t>ניסויים</a:t>
            </a:r>
            <a:endParaRPr lang="LID4096" sz="800" dirty="0">
              <a:solidFill>
                <a:srgbClr val="1B2A4A"/>
              </a:solidFill>
            </a:endParaRPr>
          </a:p>
        </p:txBody>
      </p:sp>
      <p:sp>
        <p:nvSpPr>
          <p:cNvPr id="80" name="אליפסה 79">
            <a:extLst>
              <a:ext uri="{FF2B5EF4-FFF2-40B4-BE49-F238E27FC236}">
                <a16:creationId xmlns:a16="http://schemas.microsoft.com/office/drawing/2014/main" id="{337237F4-6D23-46FC-9FA5-69E464174B9A}"/>
              </a:ext>
            </a:extLst>
          </p:cNvPr>
          <p:cNvSpPr/>
          <p:nvPr/>
        </p:nvSpPr>
        <p:spPr>
          <a:xfrm>
            <a:off x="2679700" y="8026400"/>
            <a:ext cx="622300" cy="275522"/>
          </a:xfrm>
          <a:prstGeom prst="ellipse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2027</a:t>
            </a:r>
            <a:endParaRPr lang="LID4096" sz="900" b="1" dirty="0">
              <a:solidFill>
                <a:srgbClr val="FFFFFF"/>
              </a:solidFill>
            </a:endParaRPr>
          </a:p>
        </p:txBody>
      </p:sp>
      <p:sp>
        <p:nvSpPr>
          <p:cNvPr id="81" name="תיבת טקסט 80">
            <a:extLst>
              <a:ext uri="{FF2B5EF4-FFF2-40B4-BE49-F238E27FC236}">
                <a16:creationId xmlns:a16="http://schemas.microsoft.com/office/drawing/2014/main" id="{71F0B793-ED60-4F43-9BCD-05BA2A6FCE87}"/>
              </a:ext>
            </a:extLst>
          </p:cNvPr>
          <p:cNvSpPr txBox="1"/>
          <p:nvPr/>
        </p:nvSpPr>
        <p:spPr>
          <a:xfrm>
            <a:off x="2489200" y="8365422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 rtl="1"/>
            <a:r>
              <a:rPr lang="he-IL" sz="800" dirty="0">
                <a:solidFill>
                  <a:srgbClr val="1B2A4A"/>
                </a:solidFill>
              </a:rPr>
              <a:t>השקה
מכירות ראשונות</a:t>
            </a:r>
            <a:endParaRPr lang="LID4096" sz="800" dirty="0">
              <a:solidFill>
                <a:srgbClr val="1B2A4A"/>
              </a:solidFill>
            </a:endParaRPr>
          </a:p>
        </p:txBody>
      </p:sp>
      <p:sp>
        <p:nvSpPr>
          <p:cNvPr id="82" name="אליפסה 81">
            <a:extLst>
              <a:ext uri="{FF2B5EF4-FFF2-40B4-BE49-F238E27FC236}">
                <a16:creationId xmlns:a16="http://schemas.microsoft.com/office/drawing/2014/main" id="{D3414477-E84A-498E-89B2-7F2945E473BF}"/>
              </a:ext>
            </a:extLst>
          </p:cNvPr>
          <p:cNvSpPr/>
          <p:nvPr/>
        </p:nvSpPr>
        <p:spPr>
          <a:xfrm>
            <a:off x="1028700" y="8026399"/>
            <a:ext cx="558800" cy="275523"/>
          </a:xfrm>
          <a:prstGeom prst="ellipse">
            <a:avLst/>
          </a:prstGeom>
          <a:solidFill>
            <a:srgbClr val="1B4F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</a:rPr>
              <a:t>2028</a:t>
            </a:r>
            <a:endParaRPr lang="LID4096" sz="900" b="1" dirty="0">
              <a:solidFill>
                <a:srgbClr val="FFFFFF"/>
              </a:solidFill>
            </a:endParaRPr>
          </a:p>
        </p:txBody>
      </p:sp>
      <p:sp>
        <p:nvSpPr>
          <p:cNvPr id="83" name="תיבת טקסט 82">
            <a:extLst>
              <a:ext uri="{FF2B5EF4-FFF2-40B4-BE49-F238E27FC236}">
                <a16:creationId xmlns:a16="http://schemas.microsoft.com/office/drawing/2014/main" id="{EADFCAD8-FADF-46B5-99BF-D93AA47B0441}"/>
              </a:ext>
            </a:extLst>
          </p:cNvPr>
          <p:cNvSpPr txBox="1"/>
          <p:nvPr/>
        </p:nvSpPr>
        <p:spPr>
          <a:xfrm>
            <a:off x="781050" y="8365422"/>
            <a:ext cx="1130300" cy="2984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he-IL" sz="800" dirty="0">
                <a:solidFill>
                  <a:srgbClr val="1B2A4A"/>
                </a:solidFill>
              </a:rPr>
              <a:t>ייצור מסחרי וצמיחה</a:t>
            </a:r>
            <a:endParaRPr lang="LID4096" sz="800" dirty="0">
              <a:solidFill>
                <a:srgbClr val="1B2A4A"/>
              </a:solidFill>
            </a:endParaRPr>
          </a:p>
        </p:txBody>
      </p:sp>
      <p:sp>
        <p:nvSpPr>
          <p:cNvPr id="84" name="מלבן: פינות מעוגלות 83">
            <a:extLst>
              <a:ext uri="{FF2B5EF4-FFF2-40B4-BE49-F238E27FC236}">
                <a16:creationId xmlns:a16="http://schemas.microsoft.com/office/drawing/2014/main" id="{CD3548C8-6C0C-4130-89A4-564BD95AAD68}"/>
              </a:ext>
            </a:extLst>
          </p:cNvPr>
          <p:cNvSpPr/>
          <p:nvPr/>
        </p:nvSpPr>
        <p:spPr>
          <a:xfrm>
            <a:off x="4169960" y="7791450"/>
            <a:ext cx="584200" cy="139700"/>
          </a:xfrm>
          <a:prstGeom prst="round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he-IL" sz="700" b="1">
                <a:solidFill>
                  <a:srgbClr val="FFFFFF"/>
                </a:solidFill>
              </a:rPr>
              <a:t>אנחנו כאן</a:t>
            </a:r>
            <a:endParaRPr lang="LID4096" sz="700" b="1">
              <a:solidFill>
                <a:srgbClr val="FFFFFF"/>
              </a:solidFill>
            </a:endParaRPr>
          </a:p>
        </p:txBody>
      </p:sp>
      <p:sp>
        <p:nvSpPr>
          <p:cNvPr id="85" name="משולש שווה-שוקיים 84">
            <a:extLst>
              <a:ext uri="{FF2B5EF4-FFF2-40B4-BE49-F238E27FC236}">
                <a16:creationId xmlns:a16="http://schemas.microsoft.com/office/drawing/2014/main" id="{29B06FFE-DD39-4832-B7F9-355351A609F0}"/>
              </a:ext>
            </a:extLst>
          </p:cNvPr>
          <p:cNvSpPr/>
          <p:nvPr/>
        </p:nvSpPr>
        <p:spPr>
          <a:xfrm rot="10800000">
            <a:off x="4394200" y="7975600"/>
            <a:ext cx="101600" cy="63500"/>
          </a:xfrm>
          <a:prstGeom prst="triangle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FDDA1311-452A-4EB2-84B4-70A377725D96}"/>
              </a:ext>
            </a:extLst>
          </p:cNvPr>
          <p:cNvSpPr/>
          <p:nvPr/>
        </p:nvSpPr>
        <p:spPr>
          <a:xfrm>
            <a:off x="7086600" y="1295400"/>
            <a:ext cx="254000" cy="254000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4103C0BE-D034-4A81-9725-66C70CBC80F1}"/>
              </a:ext>
            </a:extLst>
          </p:cNvPr>
          <p:cNvSpPr txBox="1"/>
          <p:nvPr/>
        </p:nvSpPr>
        <p:spPr>
          <a:xfrm>
            <a:off x="5715000" y="12700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50" dirty="0">
                <a:solidFill>
                  <a:srgbClr val="FFFFFF"/>
                </a:solidFill>
              </a:rPr>
              <a:t>www.groutbot.co.il</a:t>
            </a:r>
            <a:endParaRPr lang="LID4096" sz="850" dirty="0">
              <a:solidFill>
                <a:srgbClr val="FFFFFF"/>
              </a:solidFill>
            </a:endParaRPr>
          </a:p>
        </p:txBody>
      </p:sp>
      <p:sp>
        <p:nvSpPr>
          <p:cNvPr id="18" name="אליפסה 17">
            <a:extLst>
              <a:ext uri="{FF2B5EF4-FFF2-40B4-BE49-F238E27FC236}">
                <a16:creationId xmlns:a16="http://schemas.microsoft.com/office/drawing/2014/main" id="{ED6EAD6B-53E7-44CD-BB56-EC986567C145}"/>
              </a:ext>
            </a:extLst>
          </p:cNvPr>
          <p:cNvSpPr/>
          <p:nvPr/>
        </p:nvSpPr>
        <p:spPr>
          <a:xfrm>
            <a:off x="5372100" y="1295400"/>
            <a:ext cx="254000" cy="254000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550DA3D6-376A-489E-8C0A-91495CF8EAB6}"/>
              </a:ext>
            </a:extLst>
          </p:cNvPr>
          <p:cNvSpPr txBox="1"/>
          <p:nvPr/>
        </p:nvSpPr>
        <p:spPr>
          <a:xfrm>
            <a:off x="4000500" y="12700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50" dirty="0">
                <a:solidFill>
                  <a:srgbClr val="FFFFFF"/>
                </a:solidFill>
              </a:rPr>
              <a:t>groutbot@gmail.com</a:t>
            </a:r>
            <a:endParaRPr lang="LID4096" sz="850" dirty="0">
              <a:solidFill>
                <a:srgbClr val="FFFFFF"/>
              </a:solidFill>
            </a:endParaRPr>
          </a:p>
        </p:txBody>
      </p:sp>
      <p:sp>
        <p:nvSpPr>
          <p:cNvPr id="28" name="אליפסה 27">
            <a:extLst>
              <a:ext uri="{FF2B5EF4-FFF2-40B4-BE49-F238E27FC236}">
                <a16:creationId xmlns:a16="http://schemas.microsoft.com/office/drawing/2014/main" id="{2B1034F3-BDF1-422F-A6F4-0A6DCBCC98DD}"/>
              </a:ext>
            </a:extLst>
          </p:cNvPr>
          <p:cNvSpPr/>
          <p:nvPr/>
        </p:nvSpPr>
        <p:spPr>
          <a:xfrm>
            <a:off x="7086600" y="1651000"/>
            <a:ext cx="254000" cy="254000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9F1294BC-AE59-49F3-B318-6FFE79C4D187}"/>
              </a:ext>
            </a:extLst>
          </p:cNvPr>
          <p:cNvSpPr txBox="1"/>
          <p:nvPr/>
        </p:nvSpPr>
        <p:spPr>
          <a:xfrm>
            <a:off x="5715000" y="16256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50">
                <a:solidFill>
                  <a:srgbClr val="FFFFFF"/>
                </a:solidFill>
              </a:rPr>
              <a:t>055-684-2533</a:t>
            </a:r>
            <a:endParaRPr lang="LID4096" sz="850">
              <a:solidFill>
                <a:srgbClr val="FFFFFF"/>
              </a:solidFill>
            </a:endParaRPr>
          </a:p>
        </p:txBody>
      </p:sp>
      <p:sp>
        <p:nvSpPr>
          <p:cNvPr id="53" name="אליפסה 52">
            <a:extLst>
              <a:ext uri="{FF2B5EF4-FFF2-40B4-BE49-F238E27FC236}">
                <a16:creationId xmlns:a16="http://schemas.microsoft.com/office/drawing/2014/main" id="{C299220A-889B-4E81-A74C-A44F2D611DF2}"/>
              </a:ext>
            </a:extLst>
          </p:cNvPr>
          <p:cNvSpPr/>
          <p:nvPr/>
        </p:nvSpPr>
        <p:spPr>
          <a:xfrm>
            <a:off x="5372100" y="1651000"/>
            <a:ext cx="254000" cy="254000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LID4096"/>
          </a:p>
        </p:txBody>
      </p:sp>
      <p:sp>
        <p:nvSpPr>
          <p:cNvPr id="54" name="תיבת טקסט 53">
            <a:extLst>
              <a:ext uri="{FF2B5EF4-FFF2-40B4-BE49-F238E27FC236}">
                <a16:creationId xmlns:a16="http://schemas.microsoft.com/office/drawing/2014/main" id="{2142C8F9-68B3-4AC6-AE43-7FB32E44EBDA}"/>
              </a:ext>
            </a:extLst>
          </p:cNvPr>
          <p:cNvSpPr txBox="1"/>
          <p:nvPr/>
        </p:nvSpPr>
        <p:spPr>
          <a:xfrm>
            <a:off x="4000500" y="1625600"/>
            <a:ext cx="12954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he-IL" sz="850" dirty="0">
                <a:solidFill>
                  <a:srgbClr val="FFFFFF"/>
                </a:solidFill>
              </a:rPr>
              <a:t>מחוז מרכז . ישראל</a:t>
            </a:r>
            <a:endParaRPr lang="LID4096" sz="850" dirty="0">
              <a:solidFill>
                <a:srgbClr val="FFFFFF"/>
              </a:solidFill>
            </a:endParaRPr>
          </a:p>
        </p:txBody>
      </p:sp>
      <p:pic>
        <p:nvPicPr>
          <p:cNvPr id="86" name="Graphic 86" descr="Websit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7400" y="1346200"/>
            <a:ext cx="152400" cy="152400"/>
          </a:xfrm>
          <a:prstGeom prst="rect">
            <a:avLst/>
          </a:prstGeom>
        </p:spPr>
      </p:pic>
      <p:pic>
        <p:nvPicPr>
          <p:cNvPr id="87" name="Graphic 87" descr="Emai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2900" y="1346200"/>
            <a:ext cx="152400" cy="152400"/>
          </a:xfrm>
          <a:prstGeom prst="rect">
            <a:avLst/>
          </a:prstGeom>
        </p:spPr>
      </p:pic>
      <p:pic>
        <p:nvPicPr>
          <p:cNvPr id="88" name="Graphic 88" descr="Phon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7400" y="1701800"/>
            <a:ext cx="152400" cy="152400"/>
          </a:xfrm>
          <a:prstGeom prst="rect">
            <a:avLst/>
          </a:prstGeom>
        </p:spPr>
      </p:pic>
      <p:pic>
        <p:nvPicPr>
          <p:cNvPr id="89" name="Graphic 89" descr="Locati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22900" y="1701800"/>
            <a:ext cx="152400" cy="152400"/>
          </a:xfrm>
          <a:prstGeom prst="rect">
            <a:avLst/>
          </a:prstGeom>
        </p:spPr>
      </p:pic>
      <p:sp>
        <p:nvSpPr>
          <p:cNvPr id="300" name="CompTitle"/>
          <p:cNvSpPr/>
          <p:nvPr/>
        </p:nvSpPr>
        <p:spPr>
          <a:xfrm>
            <a:off x="254000" y="379095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r" rtl="1">
              <a:buNone/>
            </a:pPr>
            <a:r>
              <a:rPr lang="he-IL" sz="1400" b="1" dirty="0">
                <a:solidFill>
                  <a:srgbClr val="1B4F8A"/>
                </a:solidFill>
              </a:rPr>
              <a:t>השוואה למצב כיום</a:t>
            </a:r>
          </a:p>
        </p:txBody>
      </p:sp>
      <p:sp>
        <p:nvSpPr>
          <p:cNvPr id="301" name="HdrParam"/>
          <p:cNvSpPr/>
          <p:nvPr/>
        </p:nvSpPr>
        <p:spPr>
          <a:xfrm>
            <a:off x="2717800" y="4044950"/>
            <a:ext cx="990600" cy="2032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FFFFFF"/>
                </a:solidFill>
              </a:rPr>
              <a:t>פרמטר</a:t>
            </a:r>
          </a:p>
        </p:txBody>
      </p:sp>
      <p:sp>
        <p:nvSpPr>
          <p:cNvPr id="302" name="HdrManual"/>
          <p:cNvSpPr/>
          <p:nvPr/>
        </p:nvSpPr>
        <p:spPr>
          <a:xfrm>
            <a:off x="1955800" y="4044950"/>
            <a:ext cx="736600" cy="20320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00" b="1" dirty="0">
                <a:solidFill>
                  <a:srgbClr val="FFFFFF"/>
                </a:solidFill>
              </a:rPr>
              <a:t>עבודה ידנית</a:t>
            </a:r>
          </a:p>
        </p:txBody>
      </p:sp>
      <p:sp>
        <p:nvSpPr>
          <p:cNvPr id="303" name="HdrTile"/>
          <p:cNvSpPr/>
          <p:nvPr/>
        </p:nvSpPr>
        <p:spPr>
          <a:xfrm>
            <a:off x="1117600" y="4044950"/>
            <a:ext cx="812800" cy="20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en-US" sz="800" b="1" dirty="0" err="1">
                <a:solidFill>
                  <a:srgbClr val="FFFFFF"/>
                </a:solidFill>
              </a:rPr>
              <a:t>מגב</a:t>
            </a:r>
            <a:endParaRPr lang="en-US" sz="800" b="1" dirty="0">
              <a:solidFill>
                <a:srgbClr val="FFFFFF"/>
              </a:solidFill>
            </a:endParaRPr>
          </a:p>
        </p:txBody>
      </p:sp>
      <p:sp>
        <p:nvSpPr>
          <p:cNvPr id="304" name="HdrGB"/>
          <p:cNvSpPr/>
          <p:nvPr/>
        </p:nvSpPr>
        <p:spPr>
          <a:xfrm>
            <a:off x="254000" y="4044950"/>
            <a:ext cx="838200" cy="2032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>
              <a:buNone/>
            </a:pPr>
            <a:r>
              <a:rPr 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Groutbot</a:t>
            </a:r>
            <a:r>
              <a:rPr lang="he-IL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√</a:t>
            </a:r>
          </a:p>
        </p:txBody>
      </p:sp>
      <p:sp>
        <p:nvSpPr>
          <p:cNvPr id="310" name="Param0"/>
          <p:cNvSpPr/>
          <p:nvPr/>
        </p:nvSpPr>
        <p:spPr>
          <a:xfrm>
            <a:off x="2717800" y="4273550"/>
            <a:ext cx="990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מהירות</a:t>
            </a:r>
          </a:p>
        </p:txBody>
      </p:sp>
      <p:sp>
        <p:nvSpPr>
          <p:cNvPr id="311" name="Man0"/>
          <p:cNvSpPr/>
          <p:nvPr/>
        </p:nvSpPr>
        <p:spPr>
          <a:xfrm>
            <a:off x="1955800" y="4273550"/>
            <a:ext cx="736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60-80</a:t>
            </a:r>
          </a:p>
        </p:txBody>
      </p:sp>
      <p:sp>
        <p:nvSpPr>
          <p:cNvPr id="312" name="Tile0"/>
          <p:cNvSpPr/>
          <p:nvPr/>
        </p:nvSpPr>
        <p:spPr>
          <a:xfrm>
            <a:off x="1117600" y="4273550"/>
            <a:ext cx="8128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150-200</a:t>
            </a:r>
          </a:p>
        </p:txBody>
      </p:sp>
      <p:sp>
        <p:nvSpPr>
          <p:cNvPr id="313" name="GB0"/>
          <p:cNvSpPr/>
          <p:nvPr/>
        </p:nvSpPr>
        <p:spPr>
          <a:xfrm>
            <a:off x="254000" y="42735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170-220</a:t>
            </a:r>
          </a:p>
        </p:txBody>
      </p:sp>
      <p:sp>
        <p:nvSpPr>
          <p:cNvPr id="314" name="ManDot0"/>
          <p:cNvSpPr/>
          <p:nvPr/>
        </p:nvSpPr>
        <p:spPr>
          <a:xfrm>
            <a:off x="2609850" y="4356100"/>
            <a:ext cx="63500" cy="635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315" name="TileDot0"/>
          <p:cNvSpPr/>
          <p:nvPr/>
        </p:nvSpPr>
        <p:spPr>
          <a:xfrm>
            <a:off x="1847850" y="4356100"/>
            <a:ext cx="63500" cy="635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</p:sp>
      <p:sp>
        <p:nvSpPr>
          <p:cNvPr id="316" name="GBDot0"/>
          <p:cNvSpPr/>
          <p:nvPr/>
        </p:nvSpPr>
        <p:spPr>
          <a:xfrm>
            <a:off x="1009650" y="43561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317" name="Param1"/>
          <p:cNvSpPr/>
          <p:nvPr/>
        </p:nvSpPr>
        <p:spPr>
          <a:xfrm>
            <a:off x="2717800" y="451485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איכות גימור</a:t>
            </a:r>
          </a:p>
        </p:txBody>
      </p:sp>
      <p:sp>
        <p:nvSpPr>
          <p:cNvPr id="318" name="Man1"/>
          <p:cNvSpPr/>
          <p:nvPr/>
        </p:nvSpPr>
        <p:spPr>
          <a:xfrm>
            <a:off x="1955800" y="4514850"/>
            <a:ext cx="73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גבוהה</a:t>
            </a:r>
          </a:p>
        </p:txBody>
      </p:sp>
      <p:sp>
        <p:nvSpPr>
          <p:cNvPr id="319" name="Tile1"/>
          <p:cNvSpPr/>
          <p:nvPr/>
        </p:nvSpPr>
        <p:spPr>
          <a:xfrm>
            <a:off x="1117600" y="451485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לא תקני</a:t>
            </a:r>
          </a:p>
        </p:txBody>
      </p:sp>
      <p:sp>
        <p:nvSpPr>
          <p:cNvPr id="320" name="GB1"/>
          <p:cNvSpPr/>
          <p:nvPr/>
        </p:nvSpPr>
        <p:spPr>
          <a:xfrm>
            <a:off x="254000" y="45148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גבוהה ואחידה</a:t>
            </a:r>
          </a:p>
        </p:txBody>
      </p:sp>
      <p:sp>
        <p:nvSpPr>
          <p:cNvPr id="321" name="ManDot1"/>
          <p:cNvSpPr/>
          <p:nvPr/>
        </p:nvSpPr>
        <p:spPr>
          <a:xfrm>
            <a:off x="2609850" y="4597400"/>
            <a:ext cx="63500" cy="635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</p:sp>
      <p:sp>
        <p:nvSpPr>
          <p:cNvPr id="322" name="TileDot1"/>
          <p:cNvSpPr/>
          <p:nvPr/>
        </p:nvSpPr>
        <p:spPr>
          <a:xfrm>
            <a:off x="1847850" y="4597400"/>
            <a:ext cx="63500" cy="635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323" name="GBDot1"/>
          <p:cNvSpPr/>
          <p:nvPr/>
        </p:nvSpPr>
        <p:spPr>
          <a:xfrm>
            <a:off x="1009650" y="45974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324" name="Param2"/>
          <p:cNvSpPr/>
          <p:nvPr/>
        </p:nvSpPr>
        <p:spPr>
          <a:xfrm>
            <a:off x="2717800" y="4756150"/>
            <a:ext cx="990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לכלוך</a:t>
            </a:r>
          </a:p>
        </p:txBody>
      </p:sp>
      <p:sp>
        <p:nvSpPr>
          <p:cNvPr id="325" name="Man2"/>
          <p:cNvSpPr/>
          <p:nvPr/>
        </p:nvSpPr>
        <p:spPr>
          <a:xfrm>
            <a:off x="1955800" y="4756150"/>
            <a:ext cx="736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בינוני</a:t>
            </a:r>
          </a:p>
        </p:txBody>
      </p:sp>
      <p:sp>
        <p:nvSpPr>
          <p:cNvPr id="326" name="Tile2"/>
          <p:cNvSpPr/>
          <p:nvPr/>
        </p:nvSpPr>
        <p:spPr>
          <a:xfrm>
            <a:off x="1117600" y="4756150"/>
            <a:ext cx="8128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גבוה מאוד</a:t>
            </a:r>
          </a:p>
        </p:txBody>
      </p:sp>
      <p:sp>
        <p:nvSpPr>
          <p:cNvPr id="327" name="GB2"/>
          <p:cNvSpPr/>
          <p:nvPr/>
        </p:nvSpPr>
        <p:spPr>
          <a:xfrm>
            <a:off x="254000" y="47561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מינימלי</a:t>
            </a:r>
          </a:p>
        </p:txBody>
      </p:sp>
      <p:sp>
        <p:nvSpPr>
          <p:cNvPr id="328" name="ManDot2"/>
          <p:cNvSpPr/>
          <p:nvPr/>
        </p:nvSpPr>
        <p:spPr>
          <a:xfrm>
            <a:off x="2609850" y="4838700"/>
            <a:ext cx="63500" cy="635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</p:sp>
      <p:sp>
        <p:nvSpPr>
          <p:cNvPr id="329" name="TileDot2"/>
          <p:cNvSpPr/>
          <p:nvPr/>
        </p:nvSpPr>
        <p:spPr>
          <a:xfrm>
            <a:off x="1847850" y="4838700"/>
            <a:ext cx="63500" cy="635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330" name="GBDot2"/>
          <p:cNvSpPr/>
          <p:nvPr/>
        </p:nvSpPr>
        <p:spPr>
          <a:xfrm>
            <a:off x="1009650" y="48387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331" name="Param3"/>
          <p:cNvSpPr/>
          <p:nvPr/>
        </p:nvSpPr>
        <p:spPr>
          <a:xfrm>
            <a:off x="2717800" y="499745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כוח אדם</a:t>
            </a:r>
          </a:p>
        </p:txBody>
      </p:sp>
      <p:sp>
        <p:nvSpPr>
          <p:cNvPr id="332" name="Man3"/>
          <p:cNvSpPr/>
          <p:nvPr/>
        </p:nvSpPr>
        <p:spPr>
          <a:xfrm>
            <a:off x="1955800" y="4997450"/>
            <a:ext cx="73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2-3</a:t>
            </a:r>
          </a:p>
        </p:txBody>
      </p:sp>
      <p:sp>
        <p:nvSpPr>
          <p:cNvPr id="333" name="Tile3"/>
          <p:cNvSpPr/>
          <p:nvPr/>
        </p:nvSpPr>
        <p:spPr>
          <a:xfrm>
            <a:off x="1117600" y="499745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334" name="GB3"/>
          <p:cNvSpPr/>
          <p:nvPr/>
        </p:nvSpPr>
        <p:spPr>
          <a:xfrm>
            <a:off x="254000" y="49974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1</a:t>
            </a:r>
          </a:p>
        </p:txBody>
      </p:sp>
      <p:sp>
        <p:nvSpPr>
          <p:cNvPr id="335" name="ManDot3"/>
          <p:cNvSpPr/>
          <p:nvPr/>
        </p:nvSpPr>
        <p:spPr>
          <a:xfrm>
            <a:off x="2609850" y="5080000"/>
            <a:ext cx="63500" cy="635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336" name="TileDot3"/>
          <p:cNvSpPr/>
          <p:nvPr/>
        </p:nvSpPr>
        <p:spPr>
          <a:xfrm>
            <a:off x="1847850" y="5080000"/>
            <a:ext cx="63500" cy="635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</p:sp>
      <p:sp>
        <p:nvSpPr>
          <p:cNvPr id="337" name="GBDot3"/>
          <p:cNvSpPr/>
          <p:nvPr/>
        </p:nvSpPr>
        <p:spPr>
          <a:xfrm>
            <a:off x="1009650" y="50800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338" name="Param4"/>
          <p:cNvSpPr/>
          <p:nvPr/>
        </p:nvSpPr>
        <p:spPr>
          <a:xfrm>
            <a:off x="2717800" y="5238750"/>
            <a:ext cx="990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חיסכון חומר</a:t>
            </a:r>
          </a:p>
        </p:txBody>
      </p:sp>
      <p:sp>
        <p:nvSpPr>
          <p:cNvPr id="339" name="Man4"/>
          <p:cNvSpPr/>
          <p:nvPr/>
        </p:nvSpPr>
        <p:spPr>
          <a:xfrm>
            <a:off x="1955800" y="5238750"/>
            <a:ext cx="736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—</a:t>
            </a:r>
          </a:p>
        </p:txBody>
      </p:sp>
      <p:sp>
        <p:nvSpPr>
          <p:cNvPr id="340" name="Tile4"/>
          <p:cNvSpPr/>
          <p:nvPr/>
        </p:nvSpPr>
        <p:spPr>
          <a:xfrm>
            <a:off x="1117600" y="5238750"/>
            <a:ext cx="8128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בזבוז</a:t>
            </a:r>
          </a:p>
        </p:txBody>
      </p:sp>
      <p:sp>
        <p:nvSpPr>
          <p:cNvPr id="341" name="GB4"/>
          <p:cNvSpPr/>
          <p:nvPr/>
        </p:nvSpPr>
        <p:spPr>
          <a:xfrm>
            <a:off x="254000" y="52387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מקסימלי</a:t>
            </a:r>
          </a:p>
        </p:txBody>
      </p:sp>
      <p:sp>
        <p:nvSpPr>
          <p:cNvPr id="342" name="ManDot4"/>
          <p:cNvSpPr/>
          <p:nvPr/>
        </p:nvSpPr>
        <p:spPr>
          <a:xfrm>
            <a:off x="2609850" y="5321300"/>
            <a:ext cx="63500" cy="63500"/>
          </a:xfrm>
          <a:prstGeom prst="ellipse">
            <a:avLst/>
          </a:prstGeom>
          <a:solidFill>
            <a:srgbClr val="95A5A6"/>
          </a:solidFill>
          <a:ln>
            <a:noFill/>
          </a:ln>
        </p:spPr>
      </p:sp>
      <p:sp>
        <p:nvSpPr>
          <p:cNvPr id="343" name="TileDot4"/>
          <p:cNvSpPr/>
          <p:nvPr/>
        </p:nvSpPr>
        <p:spPr>
          <a:xfrm>
            <a:off x="1847850" y="5321300"/>
            <a:ext cx="63500" cy="635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344" name="GBDot4"/>
          <p:cNvSpPr/>
          <p:nvPr/>
        </p:nvSpPr>
        <p:spPr>
          <a:xfrm>
            <a:off x="1009650" y="53213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345" name="CompSummary"/>
          <p:cNvSpPr/>
          <p:nvPr/>
        </p:nvSpPr>
        <p:spPr>
          <a:xfrm>
            <a:off x="254000" y="5505450"/>
            <a:ext cx="3454400" cy="177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18000" tIns="9000" rIns="18000" bIns="900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FFFFFF"/>
                </a:solidFill>
              </a:rPr>
              <a:t>פשוט · חכם · עובד — ×2.5 מהיר מעבודה ידנית</a:t>
            </a:r>
          </a:p>
        </p:txBody>
      </p:sp>
      <p:pic>
        <p:nvPicPr>
          <p:cNvPr id="40" name="Google Shape;720;p7">
            <a:extLst>
              <a:ext uri="{FF2B5EF4-FFF2-40B4-BE49-F238E27FC236}">
                <a16:creationId xmlns:a16="http://schemas.microsoft.com/office/drawing/2014/main" id="{C5577E24-2F3B-EB87-097A-12B18BC66A6B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01637" y="9328149"/>
            <a:ext cx="794870" cy="812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תמונה 41">
            <a:extLst>
              <a:ext uri="{FF2B5EF4-FFF2-40B4-BE49-F238E27FC236}">
                <a16:creationId xmlns:a16="http://schemas.microsoft.com/office/drawing/2014/main" id="{ACF3348C-601A-4946-8490-16DAB09ECA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045" y="-2955"/>
            <a:ext cx="1639405" cy="852870"/>
          </a:xfrm>
          <a:prstGeom prst="rect">
            <a:avLst/>
          </a:prstGeom>
        </p:spPr>
      </p:pic>
      <p:sp>
        <p:nvSpPr>
          <p:cNvPr id="500" name="CompetitorTitle"/>
          <p:cNvSpPr/>
          <p:nvPr/>
        </p:nvSpPr>
        <p:spPr>
          <a:xfrm>
            <a:off x="3860800" y="581025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 rtl="1">
              <a:buNone/>
            </a:pPr>
            <a:r>
              <a:rPr lang="he-IL" sz="1400" b="1" dirty="0">
                <a:solidFill>
                  <a:srgbClr val="1B4F8A"/>
                </a:solidFill>
              </a:rPr>
              <a:t>תחרות ויתרון תחרותי</a:t>
            </a:r>
          </a:p>
        </p:txBody>
      </p:sp>
      <p:sp>
        <p:nvSpPr>
          <p:cNvPr id="501" name="CmpHdrGB"/>
          <p:cNvSpPr/>
          <p:nvPr/>
        </p:nvSpPr>
        <p:spPr>
          <a:xfrm>
            <a:off x="3860800" y="6064250"/>
            <a:ext cx="838200" cy="2032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1B2A4A"/>
                </a:solidFill>
              </a:rPr>
              <a:t>Groutbot</a:t>
            </a:r>
          </a:p>
        </p:txBody>
      </p:sp>
      <p:sp>
        <p:nvSpPr>
          <p:cNvPr id="502" name="CmpHdrTile"/>
          <p:cNvSpPr/>
          <p:nvPr/>
        </p:nvSpPr>
        <p:spPr>
          <a:xfrm>
            <a:off x="4724400" y="6064250"/>
            <a:ext cx="812800" cy="2032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TILE7500</a:t>
            </a:r>
          </a:p>
        </p:txBody>
      </p:sp>
      <p:sp>
        <p:nvSpPr>
          <p:cNvPr id="503" name="CmpHdrFab"/>
          <p:cNvSpPr/>
          <p:nvPr/>
        </p:nvSpPr>
        <p:spPr>
          <a:xfrm>
            <a:off x="5562600" y="6064250"/>
            <a:ext cx="736600" cy="2032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FABRICA AI</a:t>
            </a:r>
          </a:p>
        </p:txBody>
      </p:sp>
      <p:sp>
        <p:nvSpPr>
          <p:cNvPr id="504" name="CmpHdrParam"/>
          <p:cNvSpPr/>
          <p:nvPr/>
        </p:nvSpPr>
        <p:spPr>
          <a:xfrm>
            <a:off x="6324600" y="6064250"/>
            <a:ext cx="990600" cy="20320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FFFFFF"/>
                </a:solidFill>
              </a:rPr>
              <a:t>פרמטר</a:t>
            </a:r>
          </a:p>
        </p:txBody>
      </p:sp>
      <p:sp>
        <p:nvSpPr>
          <p:cNvPr id="505" name="CmpGB0"/>
          <p:cNvSpPr/>
          <p:nvPr/>
        </p:nvSpPr>
        <p:spPr>
          <a:xfrm>
            <a:off x="3860800" y="62801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פשוטה</a:t>
            </a:r>
          </a:p>
        </p:txBody>
      </p:sp>
      <p:sp>
        <p:nvSpPr>
          <p:cNvPr id="506" name="CmpTile0"/>
          <p:cNvSpPr/>
          <p:nvPr/>
        </p:nvSpPr>
        <p:spPr>
          <a:xfrm>
            <a:off x="4724400" y="6280150"/>
            <a:ext cx="8128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—</a:t>
            </a:r>
          </a:p>
        </p:txBody>
      </p:sp>
      <p:sp>
        <p:nvSpPr>
          <p:cNvPr id="507" name="CmpFab0"/>
          <p:cNvSpPr/>
          <p:nvPr/>
        </p:nvSpPr>
        <p:spPr>
          <a:xfrm>
            <a:off x="5562600" y="6280150"/>
            <a:ext cx="736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C0392B"/>
                </a:solidFill>
              </a:rPr>
              <a:t>מורכבת</a:t>
            </a:r>
          </a:p>
        </p:txBody>
      </p:sp>
      <p:sp>
        <p:nvSpPr>
          <p:cNvPr id="508" name="CmpParam0"/>
          <p:cNvSpPr/>
          <p:nvPr/>
        </p:nvSpPr>
        <p:spPr>
          <a:xfrm>
            <a:off x="6324600" y="6280150"/>
            <a:ext cx="990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תחזוקה</a:t>
            </a:r>
          </a:p>
        </p:txBody>
      </p:sp>
      <p:sp>
        <p:nvSpPr>
          <p:cNvPr id="509" name="CmpGBDot0"/>
          <p:cNvSpPr/>
          <p:nvPr/>
        </p:nvSpPr>
        <p:spPr>
          <a:xfrm>
            <a:off x="4597400" y="63627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10" name="CmpFabDot0"/>
          <p:cNvSpPr/>
          <p:nvPr/>
        </p:nvSpPr>
        <p:spPr>
          <a:xfrm>
            <a:off x="6197600" y="6362700"/>
            <a:ext cx="63500" cy="635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511" name="CmpGB1"/>
          <p:cNvSpPr/>
          <p:nvPr/>
        </p:nvSpPr>
        <p:spPr>
          <a:xfrm>
            <a:off x="3860800" y="65214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ללא מורכבים</a:t>
            </a:r>
          </a:p>
        </p:txBody>
      </p:sp>
      <p:sp>
        <p:nvSpPr>
          <p:cNvPr id="512" name="CmpTile1"/>
          <p:cNvSpPr/>
          <p:nvPr/>
        </p:nvSpPr>
        <p:spPr>
          <a:xfrm>
            <a:off x="4724400" y="6521450"/>
            <a:ext cx="812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—</a:t>
            </a:r>
          </a:p>
        </p:txBody>
      </p:sp>
      <p:sp>
        <p:nvSpPr>
          <p:cNvPr id="513" name="CmpFab1"/>
          <p:cNvSpPr/>
          <p:nvPr/>
        </p:nvSpPr>
        <p:spPr>
          <a:xfrm>
            <a:off x="5562600" y="6521450"/>
            <a:ext cx="736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C0392B"/>
                </a:solidFill>
              </a:rPr>
              <a:t>מרובה</a:t>
            </a:r>
          </a:p>
        </p:txBody>
      </p:sp>
      <p:sp>
        <p:nvSpPr>
          <p:cNvPr id="514" name="CmpParam1"/>
          <p:cNvSpPr/>
          <p:nvPr/>
        </p:nvSpPr>
        <p:spPr>
          <a:xfrm>
            <a:off x="6324600" y="6521450"/>
            <a:ext cx="990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חלקים</a:t>
            </a:r>
          </a:p>
        </p:txBody>
      </p:sp>
      <p:sp>
        <p:nvSpPr>
          <p:cNvPr id="515" name="CmpGBDot1"/>
          <p:cNvSpPr/>
          <p:nvPr/>
        </p:nvSpPr>
        <p:spPr>
          <a:xfrm>
            <a:off x="4597400" y="66040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16" name="CmpFabDot1"/>
          <p:cNvSpPr/>
          <p:nvPr/>
        </p:nvSpPr>
        <p:spPr>
          <a:xfrm>
            <a:off x="6197600" y="6604000"/>
            <a:ext cx="63500" cy="635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517" name="CmpGB2"/>
          <p:cNvSpPr/>
          <p:nvPr/>
        </p:nvSpPr>
        <p:spPr>
          <a:xfrm>
            <a:off x="3860800" y="67627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נקייה</a:t>
            </a:r>
          </a:p>
        </p:txBody>
      </p:sp>
      <p:sp>
        <p:nvSpPr>
          <p:cNvPr id="518" name="CmpTile2"/>
          <p:cNvSpPr/>
          <p:nvPr/>
        </p:nvSpPr>
        <p:spPr>
          <a:xfrm>
            <a:off x="4724400" y="6762750"/>
            <a:ext cx="8128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C0392B"/>
                </a:solidFill>
              </a:rPr>
              <a:t>מגב</a:t>
            </a:r>
          </a:p>
        </p:txBody>
      </p:sp>
      <p:sp>
        <p:nvSpPr>
          <p:cNvPr id="519" name="CmpFab2"/>
          <p:cNvSpPr/>
          <p:nvPr/>
        </p:nvSpPr>
        <p:spPr>
          <a:xfrm>
            <a:off x="5562600" y="6762750"/>
            <a:ext cx="736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555555"/>
                </a:solidFill>
              </a:rPr>
              <a:t>—</a:t>
            </a:r>
          </a:p>
        </p:txBody>
      </p:sp>
      <p:sp>
        <p:nvSpPr>
          <p:cNvPr id="520" name="CmpParam2"/>
          <p:cNvSpPr/>
          <p:nvPr/>
        </p:nvSpPr>
        <p:spPr>
          <a:xfrm>
            <a:off x="6324600" y="6762750"/>
            <a:ext cx="99060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הזרקה</a:t>
            </a:r>
          </a:p>
        </p:txBody>
      </p:sp>
      <p:sp>
        <p:nvSpPr>
          <p:cNvPr id="521" name="CmpGBDot2"/>
          <p:cNvSpPr/>
          <p:nvPr/>
        </p:nvSpPr>
        <p:spPr>
          <a:xfrm>
            <a:off x="4597400" y="68453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22" name="CmpTileDot2"/>
          <p:cNvSpPr/>
          <p:nvPr/>
        </p:nvSpPr>
        <p:spPr>
          <a:xfrm>
            <a:off x="5435600" y="6845300"/>
            <a:ext cx="63500" cy="635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523" name="CmpGB3"/>
          <p:cNvSpPr/>
          <p:nvPr/>
        </p:nvSpPr>
        <p:spPr>
          <a:xfrm>
            <a:off x="3860800" y="7004050"/>
            <a:ext cx="838200" cy="2286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b="1" dirty="0">
                <a:solidFill>
                  <a:srgbClr val="1B7A3D"/>
                </a:solidFill>
              </a:rPr>
              <a:t>זולה</a:t>
            </a:r>
          </a:p>
        </p:txBody>
      </p:sp>
      <p:sp>
        <p:nvSpPr>
          <p:cNvPr id="524" name="CmpTile3"/>
          <p:cNvSpPr/>
          <p:nvPr/>
        </p:nvSpPr>
        <p:spPr>
          <a:xfrm>
            <a:off x="4724400" y="7004050"/>
            <a:ext cx="812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C0392B"/>
                </a:solidFill>
              </a:rPr>
              <a:t>בזבוז חומר</a:t>
            </a:r>
          </a:p>
        </p:txBody>
      </p:sp>
      <p:sp>
        <p:nvSpPr>
          <p:cNvPr id="525" name="CmpFab3"/>
          <p:cNvSpPr/>
          <p:nvPr/>
        </p:nvSpPr>
        <p:spPr>
          <a:xfrm>
            <a:off x="5562600" y="7004050"/>
            <a:ext cx="736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850" dirty="0">
                <a:solidFill>
                  <a:srgbClr val="C0392B"/>
                </a:solidFill>
              </a:rPr>
              <a:t>יקר מאוד</a:t>
            </a:r>
          </a:p>
        </p:txBody>
      </p:sp>
      <p:sp>
        <p:nvSpPr>
          <p:cNvPr id="526" name="CmpParam3"/>
          <p:cNvSpPr/>
          <p:nvPr/>
        </p:nvSpPr>
        <p:spPr>
          <a:xfrm>
            <a:off x="6324600" y="7004050"/>
            <a:ext cx="9906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333333"/>
                </a:solidFill>
              </a:rPr>
              <a:t>עלות</a:t>
            </a:r>
          </a:p>
        </p:txBody>
      </p:sp>
      <p:sp>
        <p:nvSpPr>
          <p:cNvPr id="527" name="CmpGBDot3"/>
          <p:cNvSpPr/>
          <p:nvPr/>
        </p:nvSpPr>
        <p:spPr>
          <a:xfrm>
            <a:off x="4597400" y="7086600"/>
            <a:ext cx="63500" cy="635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28" name="CmpTileDot3"/>
          <p:cNvSpPr/>
          <p:nvPr/>
        </p:nvSpPr>
        <p:spPr>
          <a:xfrm>
            <a:off x="5435600" y="7086600"/>
            <a:ext cx="63500" cy="635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529" name="CmpFabDot3"/>
          <p:cNvSpPr/>
          <p:nvPr/>
        </p:nvSpPr>
        <p:spPr>
          <a:xfrm>
            <a:off x="6197600" y="7086600"/>
            <a:ext cx="63500" cy="635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</p:sp>
      <p:sp>
        <p:nvSpPr>
          <p:cNvPr id="530" name="CmpSummary"/>
          <p:cNvSpPr/>
          <p:nvPr/>
        </p:nvSpPr>
        <p:spPr>
          <a:xfrm>
            <a:off x="3860800" y="7245350"/>
            <a:ext cx="3454400" cy="177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18000" tIns="0" rIns="18000" bIns="0" anchor="ctr"/>
          <a:lstStyle/>
          <a:p>
            <a:pPr algn="ctr" rtl="1">
              <a:buNone/>
            </a:pPr>
            <a:r>
              <a:rPr lang="he-IL" sz="900" b="1" dirty="0">
                <a:solidFill>
                  <a:srgbClr val="FFFFFF"/>
                </a:solidFill>
              </a:rPr>
              <a:t>פשוט · חכם · עובד — Groutbot מוביל בכל הפרמטרים</a:t>
            </a:r>
          </a:p>
        </p:txBody>
      </p:sp>
      <p:sp>
        <p:nvSpPr>
          <p:cNvPr id="600" name="Sep1"/>
          <p:cNvSpPr/>
          <p:nvPr/>
        </p:nvSpPr>
        <p:spPr>
          <a:xfrm>
            <a:off x="218281" y="3787876"/>
            <a:ext cx="7061200" cy="0"/>
          </a:xfrm>
          <a:prstGeom prst="line">
            <a:avLst/>
          </a:prstGeom>
          <a:ln w="9525">
            <a:solidFill>
              <a:srgbClr val="3A3A4A"/>
            </a:solidFill>
          </a:ln>
        </p:spPr>
        <p:txBody>
          <a:bodyPr/>
          <a:lstStyle/>
          <a:p>
            <a:pPr algn="r" rtl="1"/>
            <a:endParaRPr lang="LID4096" dirty="0"/>
          </a:p>
        </p:txBody>
      </p:sp>
      <p:sp>
        <p:nvSpPr>
          <p:cNvPr id="601" name="Sep2"/>
          <p:cNvSpPr/>
          <p:nvPr/>
        </p:nvSpPr>
        <p:spPr>
          <a:xfrm>
            <a:off x="254000" y="5746750"/>
            <a:ext cx="7061200" cy="0"/>
          </a:xfrm>
          <a:prstGeom prst="line">
            <a:avLst/>
          </a:prstGeom>
          <a:ln w="9525">
            <a:solidFill>
              <a:srgbClr val="3A3A4A"/>
            </a:solidFill>
          </a:ln>
        </p:spPr>
      </p:sp>
      <p:sp>
        <p:nvSpPr>
          <p:cNvPr id="602" name="Sep3"/>
          <p:cNvSpPr/>
          <p:nvPr/>
        </p:nvSpPr>
        <p:spPr>
          <a:xfrm>
            <a:off x="254000" y="7486650"/>
            <a:ext cx="7061200" cy="0"/>
          </a:xfrm>
          <a:prstGeom prst="line">
            <a:avLst/>
          </a:prstGeom>
          <a:ln w="9525">
            <a:solidFill>
              <a:srgbClr val="3A3A4A"/>
            </a:solidFill>
          </a:ln>
        </p:spPr>
      </p:sp>
      <p:sp>
        <p:nvSpPr>
          <p:cNvPr id="603" name="Sep4"/>
          <p:cNvSpPr/>
          <p:nvPr/>
        </p:nvSpPr>
        <p:spPr>
          <a:xfrm>
            <a:off x="214831" y="8902566"/>
            <a:ext cx="7061200" cy="0"/>
          </a:xfrm>
          <a:prstGeom prst="line">
            <a:avLst/>
          </a:prstGeom>
          <a:ln w="9525">
            <a:solidFill>
              <a:srgbClr val="3A3A4A"/>
            </a:solidFill>
          </a:ln>
        </p:spPr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51CBE82B-8D57-0EA9-D49A-03521EB1BF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502" y="9395527"/>
            <a:ext cx="445473" cy="4333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1730242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 [1777542386761]">
  <a:themeElements>
    <a:clrScheme name="ערכת נושא Office">
      <a:dk1>
        <a:srgbClr val="1A1A2E"/>
      </a:dk1>
      <a:lt1>
        <a:srgbClr val="FFFFFF"/>
      </a:lt1>
      <a:dk2>
        <a:srgbClr val="2B3A67"/>
      </a:dk2>
      <a:lt2>
        <a:srgbClr val="F0F4F8"/>
      </a:lt2>
      <a:accent1>
        <a:srgbClr val="1B4F8A"/>
      </a:accent1>
      <a:accent2>
        <a:srgbClr val="2E86C1"/>
      </a:accent2>
      <a:accent3>
        <a:srgbClr val="E8F1F8"/>
      </a:accent3>
      <a:accent4>
        <a:srgbClr val="27AE60"/>
      </a:accent4>
      <a:accent5>
        <a:srgbClr val="F39C12"/>
      </a:accent5>
      <a:accent6>
        <a:srgbClr val="8E44AD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Segoe UI" panose="020F0302020204030204"/>
        <a:ea typeface=""/>
        <a:cs typeface="Sego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 panose="020F0502020204030204"/>
        <a:ea typeface=""/>
        <a:cs typeface="Sego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 [1777542725627]">
  <a:themeElements>
    <a:clrScheme name="ערכת נושא Office">
      <a:dk1>
        <a:srgbClr val="1B2A4A"/>
      </a:dk1>
      <a:lt1>
        <a:srgbClr val="FFFFFF"/>
      </a:lt1>
      <a:dk2>
        <a:srgbClr val="2B3A67"/>
      </a:dk2>
      <a:lt2>
        <a:srgbClr val="F0F4F8"/>
      </a:lt2>
      <a:accent1>
        <a:srgbClr val="1B4F8A"/>
      </a:accent1>
      <a:accent2>
        <a:srgbClr val="2E86C1"/>
      </a:accent2>
      <a:accent3>
        <a:srgbClr val="27AE60"/>
      </a:accent3>
      <a:accent4>
        <a:srgbClr val="F39C12"/>
      </a:accent4>
      <a:accent5>
        <a:srgbClr val="8E44AD"/>
      </a:accent5>
      <a:accent6>
        <a:srgbClr val="E74C3C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Segoe UI" panose="020F0302020204030204"/>
        <a:ea typeface=""/>
        <a:cs typeface="Sego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 panose="020F0502020204030204"/>
        <a:ea typeface=""/>
        <a:cs typeface="Sego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ערכת נושא Office [1777542835630]">
  <a:themeElements>
    <a:clrScheme name="ערכת נושא Office">
      <a:dk1>
        <a:srgbClr val="1B2A4A"/>
      </a:dk1>
      <a:lt1>
        <a:srgbClr val="FFFFFF"/>
      </a:lt1>
      <a:dk2>
        <a:srgbClr val="2B3A67"/>
      </a:dk2>
      <a:lt2>
        <a:srgbClr val="F0F4F8"/>
      </a:lt2>
      <a:accent1>
        <a:srgbClr val="1B4F8A"/>
      </a:accent1>
      <a:accent2>
        <a:srgbClr val="2E86C1"/>
      </a:accent2>
      <a:accent3>
        <a:srgbClr val="27AE60"/>
      </a:accent3>
      <a:accent4>
        <a:srgbClr val="F39C12"/>
      </a:accent4>
      <a:accent5>
        <a:srgbClr val="8E44AD"/>
      </a:accent5>
      <a:accent6>
        <a:srgbClr val="E74C3C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Segoe UI" panose="020F0302020204030204"/>
        <a:ea typeface=""/>
        <a:cs typeface="Sego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 panose="020F0502020204030204"/>
        <a:ea typeface=""/>
        <a:cs typeface="Sego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lef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323756-D36D-4A30-80C0-E6855674FF3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6726e59-bef8-4102-80c0-9a99d2ecc37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184</TotalTime>
  <Words>356</Words>
  <Application>Microsoft Office PowerPoint</Application>
  <PresentationFormat>מותאם אישית</PresentationFormat>
  <Paragraphs>112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4</vt:i4>
      </vt:variant>
      <vt:variant>
        <vt:lpstr>כותרות שקופיות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ערכת נושא Office</vt:lpstr>
      <vt:lpstr>ערכת נושא Office [1777542386761]</vt:lpstr>
      <vt:lpstr>ערכת נושא Office [1777542725627]</vt:lpstr>
      <vt:lpstr>ערכת נושא Office [1777542835630]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moti shitrit</dc:creator>
  <cp:lastModifiedBy>moti shitrit</cp:lastModifiedBy>
  <cp:revision>9</cp:revision>
  <dcterms:created xsi:type="dcterms:W3CDTF">2026-04-30T09:43:54Z</dcterms:created>
  <dcterms:modified xsi:type="dcterms:W3CDTF">2026-05-04T13:21:41Z</dcterms:modified>
</cp:coreProperties>
</file>